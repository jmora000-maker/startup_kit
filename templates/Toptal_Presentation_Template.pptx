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6" r:id="rId5"/>
    <p:sldMasterId id="214748373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6858000" cx="12191675"/>
  <p:notesSz cx="6858000" cy="9144000"/>
  <p:embeddedFontLst>
    <p:embeddedFont>
      <p:font typeface="Mate"/>
      <p:regular r:id="rId21"/>
      <p:italic r:id="rId22"/>
    </p:embeddedFont>
    <p:embeddedFont>
      <p:font typeface="Proxima Nova"/>
      <p:regular r:id="rId23"/>
      <p:bold r:id="rId24"/>
      <p:italic r:id="rId25"/>
      <p:boldItalic r:id="rId26"/>
    </p:embeddedFont>
    <p:embeddedFont>
      <p:font typeface="Proxima Nova Semibold"/>
      <p:regular r:id="rId27"/>
      <p:bold r:id="rId28"/>
      <p:boldItalic r:id="rId29"/>
    </p:embeddedFont>
    <p:embeddedFont>
      <p:font typeface="Roboto Mon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5EB929-E3D6-468E-9550-9FE25048E0C1}">
  <a:tblStyle styleId="{275EB929-E3D6-468E-9550-9FE25048E0C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Mate-italic.fntdata"/><Relationship Id="rId21" Type="http://schemas.openxmlformats.org/officeDocument/2006/relationships/font" Target="fonts/Mate-regular.fntdata"/><Relationship Id="rId24" Type="http://schemas.openxmlformats.org/officeDocument/2006/relationships/font" Target="fonts/ProximaNova-bold.fntdata"/><Relationship Id="rId23" Type="http://schemas.openxmlformats.org/officeDocument/2006/relationships/font" Target="fonts/ProximaNova-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ProximaNova-boldItalic.fntdata"/><Relationship Id="rId25" Type="http://schemas.openxmlformats.org/officeDocument/2006/relationships/font" Target="fonts/ProximaNova-italic.fntdata"/><Relationship Id="rId28" Type="http://schemas.openxmlformats.org/officeDocument/2006/relationships/font" Target="fonts/ProximaNovaSemibold-bold.fntdata"/><Relationship Id="rId27" Type="http://schemas.openxmlformats.org/officeDocument/2006/relationships/font" Target="fonts/ProximaNovaSemibold-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ProximaNovaSemibold-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Mono-bold.fntdata"/><Relationship Id="rId30" Type="http://schemas.openxmlformats.org/officeDocument/2006/relationships/font" Target="fonts/RobotoMono-regular.fntdata"/><Relationship Id="rId11" Type="http://schemas.openxmlformats.org/officeDocument/2006/relationships/slide" Target="slides/slide4.xml"/><Relationship Id="rId33" Type="http://schemas.openxmlformats.org/officeDocument/2006/relationships/font" Target="fonts/RobotoMono-boldItalic.fntdata"/><Relationship Id="rId10" Type="http://schemas.openxmlformats.org/officeDocument/2006/relationships/slide" Target="slides/slide3.xml"/><Relationship Id="rId32" Type="http://schemas.openxmlformats.org/officeDocument/2006/relationships/font" Target="fonts/RobotoMono-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1" name="Google Shape;451;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lang="en-US" sz="1300"/>
              <a:t>My immediate priority is hands-on PMO support and building trust across our accounts .</a:t>
            </a:r>
            <a:endParaRPr b="1"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In parallel, to work out a plan for an operating layer that enables the PMO to 1) deliver faster 2) drive margin an 3) scale portfolio.</a:t>
            </a:r>
            <a:endParaRPr sz="1300"/>
          </a:p>
        </p:txBody>
      </p:sp>
      <p:sp>
        <p:nvSpPr>
          <p:cNvPr id="452" name="Google Shape;452;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8" name="Google Shape;45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lang="en-US" sz="1300"/>
              <a:t>Manual health report reviews plus portfolio growth breaks early risk detection capacity</a:t>
            </a:r>
            <a:r>
              <a:rPr lang="en-US" sz="1300"/>
              <a:t>, turning leadership into retrospective "forensic historians" who discover delivery and margin distress only after thresholds have breached.</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Instead, we need an operating layer that can </a:t>
            </a:r>
            <a:r>
              <a:rPr lang="en-US" sz="1300"/>
              <a:t>programmatically</a:t>
            </a:r>
            <a:r>
              <a:rPr lang="en-US" sz="1300"/>
              <a:t> detect early threshold breaches so we can focus our time entirely on high-impact interventions. </a:t>
            </a:r>
            <a:endParaRPr sz="1300"/>
          </a:p>
          <a:p>
            <a:pPr indent="0" lvl="0" marL="0" rtl="0" algn="l">
              <a:lnSpc>
                <a:spcPct val="100000"/>
              </a:lnSpc>
              <a:spcBef>
                <a:spcPts val="0"/>
              </a:spcBef>
              <a:spcAft>
                <a:spcPts val="0"/>
              </a:spcAft>
              <a:buSzPts val="1100"/>
              <a:buNone/>
            </a:pPr>
            <a:r>
              <a:t/>
            </a:r>
            <a:endParaRPr sz="1300"/>
          </a:p>
        </p:txBody>
      </p:sp>
      <p:sp>
        <p:nvSpPr>
          <p:cNvPr id="459" name="Google Shape;459;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lang="en-US" sz="1300"/>
              <a:t>With a </a:t>
            </a:r>
            <a:r>
              <a:rPr b="1" lang="en-US" sz="1300"/>
              <a:t>Delivery</a:t>
            </a:r>
            <a:r>
              <a:rPr b="1" lang="en-US" sz="1300"/>
              <a:t> Governance Operating Layer in place we can: </a:t>
            </a:r>
            <a:endParaRPr b="1" sz="1300"/>
          </a:p>
          <a:p>
            <a:pPr indent="0" lvl="0" marL="0" rtl="0" algn="l">
              <a:lnSpc>
                <a:spcPct val="100000"/>
              </a:lnSpc>
              <a:spcBef>
                <a:spcPts val="0"/>
              </a:spcBef>
              <a:spcAft>
                <a:spcPts val="0"/>
              </a:spcAft>
              <a:buSzPts val="1100"/>
              <a:buNone/>
            </a:pPr>
            <a:r>
              <a:t/>
            </a:r>
            <a:endParaRPr sz="1300"/>
          </a:p>
          <a:p>
            <a:pPr indent="-311150" lvl="0" marL="457200" rtl="0" algn="l">
              <a:lnSpc>
                <a:spcPct val="100000"/>
              </a:lnSpc>
              <a:spcBef>
                <a:spcPts val="0"/>
              </a:spcBef>
              <a:spcAft>
                <a:spcPts val="0"/>
              </a:spcAft>
              <a:buSzPts val="1300"/>
              <a:buChar char="●"/>
            </a:pPr>
            <a:r>
              <a:rPr b="1" lang="en-US" sz="1300"/>
              <a:t>Deliver Faster</a:t>
            </a:r>
            <a:r>
              <a:rPr lang="en-US" sz="1300"/>
              <a:t> answers the status-deck latency problem. </a:t>
            </a:r>
            <a:endParaRPr sz="1300"/>
          </a:p>
          <a:p>
            <a:pPr indent="-311150" lvl="0" marL="457200" rtl="0" algn="l">
              <a:lnSpc>
                <a:spcPct val="100000"/>
              </a:lnSpc>
              <a:spcBef>
                <a:spcPts val="0"/>
              </a:spcBef>
              <a:spcAft>
                <a:spcPts val="0"/>
              </a:spcAft>
              <a:buSzPts val="1300"/>
              <a:buChar char="●"/>
            </a:pPr>
            <a:r>
              <a:rPr b="1" lang="en-US" sz="1300"/>
              <a:t>Drive Margin</a:t>
            </a:r>
            <a:r>
              <a:rPr lang="en-US" sz="1300"/>
              <a:t> answers the forensic-historian problem: catching erosion at emergence instead of post-breach is exactly what avoids the costly emergency write-offs slide two called out.</a:t>
            </a:r>
            <a:endParaRPr sz="1300"/>
          </a:p>
          <a:p>
            <a:pPr indent="-311150" lvl="0" marL="457200" rtl="0" algn="l">
              <a:lnSpc>
                <a:spcPct val="100000"/>
              </a:lnSpc>
              <a:spcBef>
                <a:spcPts val="0"/>
              </a:spcBef>
              <a:spcAft>
                <a:spcPts val="0"/>
              </a:spcAft>
              <a:buSzPts val="1300"/>
              <a:buChar char="●"/>
            </a:pPr>
            <a:r>
              <a:rPr b="1" lang="en-US" sz="1300"/>
              <a:t>Scale Portfolio</a:t>
            </a:r>
            <a:r>
              <a:rPr lang="en-US" sz="1300"/>
              <a:t> answers the fixed-capacity-versus-linear-growth problem directly.</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b="1" lang="en-US" sz="1300"/>
              <a:t>Deliver faster: telemetry is ingested continuously</a:t>
            </a:r>
            <a:r>
              <a:rPr lang="en-US" sz="1300"/>
              <a:t> instead of surfacing in a disconnected status deck, most signals route and resolve without waiting on a review queue, and precedent and baseline checks run automatically so investigation never starts from zero.</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b="1" lang="en-US" sz="1300"/>
              <a:t>Drive margin: this is the direct fix for the forensic-historian problem. </a:t>
            </a:r>
            <a:r>
              <a:rPr lang="en-US" sz="1300"/>
              <a:t>Margin erosion is flagged the moment it breaches threshold instead of surfacing after the reporting cycle closes, intervention happens while the risk is still emerging, and that is what replaces costly emergency commercial write-offs with smaller, earlier corrections.</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b="1" lang="en-US" sz="1300"/>
              <a:t>Scale the portfolio: this is the direct fix for the fixed-capacity problem.</a:t>
            </a:r>
            <a:r>
              <a:rPr lang="en-US" sz="1300"/>
              <a:t> Deterministic scoring replaces reviewer-hours-per-project, governance cost stops growing linearly with portfolio volume, and new contract types or acquired teams plug in through configuration rather than added headcount.</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Same caveat as the detailed version in the appendix: this is directionally right based on what is built today, but it is not sized. The natural next step is to attach real numbers — current PMO hours per cycle, headcount ratio, and target contract-mix shift — so this becomes a sized business case rather than a framing.</a:t>
            </a:r>
            <a:endParaRPr sz="1300"/>
          </a:p>
          <a:p>
            <a:pPr indent="0" lvl="0" marL="0" rtl="0" algn="l">
              <a:lnSpc>
                <a:spcPct val="100000"/>
              </a:lnSpc>
              <a:spcBef>
                <a:spcPts val="0"/>
              </a:spcBef>
              <a:spcAft>
                <a:spcPts val="0"/>
              </a:spcAft>
              <a:buSzPts val="1100"/>
              <a:buNone/>
            </a:pPr>
            <a:r>
              <a:t/>
            </a:r>
            <a:endParaRPr sz="1300"/>
          </a:p>
        </p:txBody>
      </p:sp>
      <p:sp>
        <p:nvSpPr>
          <p:cNvPr id="477" name="Google Shape;477;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b="1" lang="en-US" sz="1300"/>
              <a:t>With the growth stakes on the table, the natural next question is how we capture that upside without introducing black-box risk. </a:t>
            </a:r>
            <a:endParaRPr b="1" sz="1300"/>
          </a:p>
          <a:p>
            <a:pPr indent="0" lvl="0" marL="0" rtl="0" algn="l">
              <a:lnSpc>
                <a:spcPct val="115000"/>
              </a:lnSpc>
              <a:spcBef>
                <a:spcPts val="1200"/>
              </a:spcBef>
              <a:spcAft>
                <a:spcPts val="0"/>
              </a:spcAft>
              <a:buSzPts val="1100"/>
              <a:buNone/>
            </a:pPr>
            <a:r>
              <a:rPr lang="en-US" sz="1300"/>
              <a:t>The answer lies in our architecture: we strictly separate deterministic ledger math and signed contract baselines from probabilistic AI advisory.</a:t>
            </a:r>
            <a:endParaRPr sz="1300"/>
          </a:p>
          <a:p>
            <a:pPr indent="0" lvl="0" marL="0" rtl="0" algn="l">
              <a:lnSpc>
                <a:spcPct val="100000"/>
              </a:lnSpc>
              <a:spcBef>
                <a:spcPts val="1200"/>
              </a:spcBef>
              <a:spcAft>
                <a:spcPts val="0"/>
              </a:spcAft>
              <a:buSzPts val="1100"/>
              <a:buNone/>
            </a:pPr>
            <a:r>
              <a:rPr lang="en-US" sz="1300"/>
              <a:t>Layer one locks in our baseline from signed SOWs—milestones, rates, and target margins for the engine to evaluate against (today upserted per project; a tamper-evident ledger is on the roadmap).</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Layer two is our deterministic engine in Python and SQL. It runs the math, scores contract thresholds, and tracks risk aging across consecutive cycles.</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Layer three is our AI advisory layer. It synthesizes context and surfaces past playbooks, but escalations to the executive tier always stop at a human validation gate.</a:t>
            </a:r>
            <a:endParaRPr sz="1300"/>
          </a:p>
        </p:txBody>
      </p:sp>
      <p:sp>
        <p:nvSpPr>
          <p:cNvPr id="492" name="Google Shape;492;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300"/>
              <a:t>Governance operates as an end-end lifecycle across four-stages: Detect, Decide, Act, and Learn.  </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First, it detects risk signals—tracking schedule float loss, margin erosion, and key-role staffing vacancies before they blow up.  </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Second, it decides severity based on the contract model: Fixed-Price tightens scope and schedule tolerance, while Time &amp; Materials tightens staffing-vacancy tolerance but relaxes margin tolerance.  </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Third, it acts by creating governed events with owner-assigned playbook actions, keeping executive escalations behind a human gate today — mid-tier and operational routes run automatically.  </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Finally, it learns from every case, indexing resolution times and repeat patterns to build reusable organizational playbooks.</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Clr>
                <a:schemeClr val="dk1"/>
              </a:buClr>
              <a:buSzPts val="1100"/>
              <a:buFont typeface="Arial"/>
              <a:buNone/>
            </a:pPr>
            <a:r>
              <a:rPr lang="en-US" sz="1300">
                <a:solidFill>
                  <a:schemeClr val="dk1"/>
                </a:solidFill>
              </a:rPr>
              <a:t>Governance operates as an end-to-end operational life cycle that catches risk signals early, evaluates severity by commercial model (Fixed-Price vs. T&amp;M), assigns owner-driven follow-through, and indexes recovery history into institutional playbooks — with SLA-clock enforcement as a planned next step, not a built one.</a:t>
            </a:r>
            <a:endParaRPr sz="1300">
              <a:solidFill>
                <a:schemeClr val="dk1"/>
              </a:solidFill>
            </a:endParaRPr>
          </a:p>
          <a:p>
            <a:pPr indent="0" lvl="0" marL="0" rtl="0" algn="l">
              <a:lnSpc>
                <a:spcPct val="100000"/>
              </a:lnSpc>
              <a:spcBef>
                <a:spcPts val="0"/>
              </a:spcBef>
              <a:spcAft>
                <a:spcPts val="0"/>
              </a:spcAft>
              <a:buSzPts val="1100"/>
              <a:buNone/>
            </a:pPr>
            <a:r>
              <a:t/>
            </a:r>
            <a:endParaRPr sz="1300"/>
          </a:p>
        </p:txBody>
      </p:sp>
      <p:sp>
        <p:nvSpPr>
          <p:cNvPr id="510" name="Google Shape;510;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6" name="Google Shape;52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300"/>
              <a:t>The foundation of scalable governance will be a clean, upstream data contract:  </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When we draft narrative SOWs, we convert to standard baseline workbook to be upserted into SQLite.</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That data would establish our baseline in SQLite automatically, removing manual transcription overhead for our delivery leads (today, baselines are ingested from Excel workbooks and upserted per project).  </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From there, weekly telemetry flows directly against the baseline, trips contract-specific profiles, and routes governed events without creating administrative drag. </a:t>
            </a:r>
            <a:endParaRPr sz="1300"/>
          </a:p>
        </p:txBody>
      </p:sp>
      <p:sp>
        <p:nvSpPr>
          <p:cNvPr id="527" name="Google Shape;527;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3" name="Google Shape;54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sz="1300"/>
              <a:t>We've looked at the boundaries between deterministic code and AI advisory on paper and capabilities. </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Here is how that architecture operates end-to-end across our systems and teams.</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It begins in the Operating Layer. Telemetry—schedule slip, margin actuals, staffing vacancy—is compared continuously against our baseline in the database. The deterministic engine applies contract-aware threshold rules—evaluating Fixed-Price scope strictness differently than T&amp;M vacancy variance—to generate an objective, weighted health score.</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Once a breach occurs, the signal passes to the Agentic Layer. Rather than altering metrics, an autonomous agent executes multi-turn tool calls: it independently verifies the breach against baseline and precedent, then determines the escalation tier.</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Crucially, this is never a runaway black box—but today only the top tier is gated. Mid-tier breaches route automatically to the Delivery Review Board with no human checkpoint. Executive-tier breaches pause: the PMO Lead reviews and either approves the escalation or downgrades it, before the Portfolio Director &amp; Executive Steering Committee acts on high-tier portfolio decisions.</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Automation takes care of continuous detection and routing, while delivery leadership retains 100% authority over strategic intervention and decision-making."</a:t>
            </a:r>
            <a:endParaRPr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0" name="Google Shape;55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300"/>
              <a:t>This matrix captures the shift in how we will run governance with the operating layer in place:</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First, telemetry is ingested continuously instead of chasing leads across spreadsheets.  </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Second, threshold rules replace subjective RAG scoring, so health ratings stay consistent across contract types.  </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Third, issues trigger remediation immediately upon breach rather than waiting for the next bi-weekly review.  </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Most importantly, the PMO stops acting as an administrative aggregator and shifts fully into strategic coaching and exception governance.</a:t>
            </a:r>
            <a:endParaRPr sz="1300"/>
          </a:p>
        </p:txBody>
      </p:sp>
      <p:sp>
        <p:nvSpPr>
          <p:cNvPr id="551" name="Google Shape;551;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8" name="Google Shape;55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300"/>
              <a:t>We earn the right to automate by proving our processes manually first through a clear 90-day rollout.  </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In Months 1 and 2, my focus is 100% manual: mastering our reporting cadence, unblocking leads, and standardizing baseline workbooks.  </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In Month 3, we run the deterministic engine in shadow mode alongside our regular reviews to benchmark algorithmic scoring against real human judgment.  </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We only activate the operating layer when our Delivery Leads and Practice Leads have fully validated the rules across the contract models. </a:t>
            </a:r>
            <a:endParaRPr sz="1300"/>
          </a:p>
        </p:txBody>
      </p:sp>
      <p:sp>
        <p:nvSpPr>
          <p:cNvPr id="559" name="Google Shape;559;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6" name="Google Shape;57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0" name="Google Shape;58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From spreadsheet to steering committee: one contract's journey through the governance engine.</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It starts with a spreadsheet. A delivery report lands — </a:t>
            </a:r>
            <a:r>
              <a:rPr lang="en-US" sz="1300">
                <a:solidFill>
                  <a:srgbClr val="188038"/>
                </a:solidFill>
                <a:latin typeface="Roboto Mono"/>
                <a:ea typeface="Roboto Mono"/>
                <a:cs typeface="Roboto Mono"/>
                <a:sym typeface="Roboto Mono"/>
              </a:rPr>
              <a:t>Table1</a:t>
            </a:r>
            <a:r>
              <a:rPr lang="en-US" sz="1300">
                <a:solidFill>
                  <a:schemeClr val="dk1"/>
                </a:solidFill>
              </a:rPr>
              <a:t> inside an Excel workbook — and the pipeline's first job is simply to figure out </a:t>
            </a:r>
            <a:r>
              <a:rPr i="1" lang="en-US" sz="1300">
                <a:solidFill>
                  <a:schemeClr val="dk1"/>
                </a:solidFill>
              </a:rPr>
              <a:t>what kind of contract it's looking at</a:t>
            </a:r>
            <a:r>
              <a:rPr lang="en-US" sz="1300">
                <a:solidFill>
                  <a:schemeClr val="dk1"/>
                </a:solidFill>
              </a:rPr>
              <a:t>. The Pydantic parser reads the field </a:t>
            </a:r>
            <a:r>
              <a:rPr lang="en-US" sz="1300">
                <a:solidFill>
                  <a:srgbClr val="188038"/>
                </a:solidFill>
                <a:latin typeface="Roboto Mono"/>
                <a:ea typeface="Roboto Mono"/>
                <a:cs typeface="Roboto Mono"/>
                <a:sym typeface="Roboto Mono"/>
              </a:rPr>
              <a:t>Contract Type: "Fixed-Price"</a:t>
            </a:r>
            <a:r>
              <a:rPr lang="en-US" sz="1300">
                <a:solidFill>
                  <a:schemeClr val="dk1"/>
                </a:solidFill>
              </a:rPr>
              <a:t> and normalizes it into a clean internal key, </a:t>
            </a:r>
            <a:r>
              <a:rPr lang="en-US" sz="1300">
                <a:solidFill>
                  <a:srgbClr val="188038"/>
                </a:solidFill>
                <a:latin typeface="Roboto Mono"/>
                <a:ea typeface="Roboto Mono"/>
                <a:cs typeface="Roboto Mono"/>
                <a:sym typeface="Roboto Mono"/>
              </a:rPr>
              <a:t>profile_key: "fixed_price"</a:t>
            </a:r>
            <a:r>
              <a:rPr lang="en-US" sz="1300">
                <a:solidFill>
                  <a:schemeClr val="dk1"/>
                </a:solidFill>
              </a:rPr>
              <a:t>. That one string is the pivot point for everything that follows: it decides which rulebook the rest of the engine will hold this project to.</a:t>
            </a:r>
            <a:endParaRPr sz="1300">
              <a:solidFill>
                <a:schemeClr val="dk1"/>
              </a:solidFill>
            </a:endParaRPr>
          </a:p>
          <a:p>
            <a:pPr indent="0" lvl="0" marL="0" rtl="0" algn="l">
              <a:lnSpc>
                <a:spcPct val="115000"/>
              </a:lnSpc>
              <a:spcBef>
                <a:spcPts val="1200"/>
              </a:spcBef>
              <a:spcAft>
                <a:spcPts val="0"/>
              </a:spcAft>
              <a:buSzPts val="1100"/>
              <a:buNone/>
            </a:pPr>
            <a:r>
              <a:rPr lang="en-US" sz="1300">
                <a:solidFill>
                  <a:schemeClr val="dk1"/>
                </a:solidFill>
              </a:rPr>
              <a:t>That rulebook isn't static. The engine loads a </a:t>
            </a:r>
            <a:r>
              <a:rPr lang="en-US" sz="1300">
                <a:solidFill>
                  <a:srgbClr val="188038"/>
                </a:solidFill>
                <a:latin typeface="Roboto Mono"/>
                <a:ea typeface="Roboto Mono"/>
                <a:cs typeface="Roboto Mono"/>
                <a:sym typeface="Roboto Mono"/>
              </a:rPr>
              <a:t>default</a:t>
            </a:r>
            <a:r>
              <a:rPr lang="en-US" sz="1300">
                <a:solidFill>
                  <a:schemeClr val="dk1"/>
                </a:solidFill>
              </a:rPr>
              <a:t> set of thresholds — the baseline tolerances every project starts with — and then layers the </a:t>
            </a:r>
            <a:r>
              <a:rPr lang="en-US" sz="1300">
                <a:solidFill>
                  <a:srgbClr val="188038"/>
                </a:solidFill>
                <a:latin typeface="Roboto Mono"/>
                <a:ea typeface="Roboto Mono"/>
                <a:cs typeface="Roboto Mono"/>
                <a:sym typeface="Roboto Mono"/>
              </a:rPr>
              <a:t>fixed_price</a:t>
            </a:r>
            <a:r>
              <a:rPr lang="en-US" sz="1300">
                <a:solidFill>
                  <a:schemeClr val="dk1"/>
                </a:solidFill>
              </a:rPr>
              <a:t> profile on top of it, deep-merging overrides wherever the contract type demands stricter discipline. </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For this project, that means margin erosion no longer gets a 5.0% cushion; it's cut to 3.0%. Schedule slip tolerance drops from two days to one. Any unapproved scope change is pre-declared a HIGH-severity event, full stop. Staffing vacancy is left alone, still governed by the 10-day default. None of this is arbitrary — it reflects the real risk profile of fixed-price work, where margin and schedule are contractually rigid and scope creep is existential in a way it isn't on a time-and-materials engagement.</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With the rulebook set, the engine turns to the actual telemetry. Four things have gone wrong this cycle: margin has eroded from 28% to 19%, a critical-path milestone has slipped 14 days, one change request went through without approval, and a key staffing role has sat vacant for 11 days. Each of these breaches its threshold — but here's the subtlety that matters: for margin and schedule, the </a:t>
            </a:r>
            <a:r>
              <a:rPr i="1" lang="en-US" sz="1300">
                <a:solidFill>
                  <a:schemeClr val="dk1"/>
                </a:solidFill>
              </a:rPr>
              <a:t>severity</a:t>
            </a:r>
            <a:r>
              <a:rPr lang="en-US" sz="1300">
                <a:solidFill>
                  <a:schemeClr val="dk1"/>
                </a:solidFill>
              </a:rPr>
              <a:t> isn't computed from how bad the number is. It's pinned, in advance, by the fixed-price profile itself, to MEDIUM-HIGH — a 9-point margin drop and a 90-point margin drop would be treated identically at this stage, because the contract terms said "any breach on these two metrics is MEDIUM-HIGH," not "worse breaches get worse ratings." The unapproved scope change, by contrast, is pinned straight to HIGH — fixed-price contracts have zero tolerance there. And the staffing vacancy, with no profile override to constrain it, falls through to the engine's own value-based judgment: 11 days past a 10-day threshold lands it at MEDIUM-HIGH too.</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Add up the weights — one HIGH, three MEDIUM-HIGH — and the math is unambiguous: a total risk score of 9, with one signal at the highest tier. That single HIGH-severity breach is enough on its own to flip the whole project's calculated health to RED, and RED health routes, deterministically, to the Executive Steering Committee under an Emergency Recovery Playbook. No human bias, no negotiation — the arithmetic decided it before anyone read the report.</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300">
              <a:solidFill>
                <a:schemeClr val="dk1"/>
              </a:solidFill>
            </a:endParaRPr>
          </a:p>
          <a:p>
            <a:pPr indent="0" lvl="0" marL="0" rtl="0" algn="l">
              <a:lnSpc>
                <a:spcPct val="100000"/>
              </a:lnSpc>
              <a:spcBef>
                <a:spcPts val="1200"/>
              </a:spcBef>
              <a:spcAft>
                <a:spcPts val="0"/>
              </a:spcAft>
              <a:buSzPts val="1100"/>
              <a:buNone/>
            </a:pPr>
            <a:r>
              <a:t/>
            </a:r>
            <a:endParaRPr sz="13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7" name="Google Shape;58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But "decided" doesn't mean "executed blindly." The four signals don't go straight to an executive's inbox — they go to an autonomous agent first, one built specifically to distrust self-reported status. Before it accepts the rule engine's verdict, it independently interrogates the project: it pulls the contractual baseline to confirm the margin target and milestone date are what the report claims; it recalculates the schedule slip itself rather than trusting the number it was handed; it checks whether this project has unresolved risk history sitting open from prior cycles; and it looks up how similar breaches were handled before, so its recommendation is grounded in precedent, not just policy. Only after that forensic pass does it commit to a verdict — EXECUTIVE escalation — and write down its reasoning.</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That verdict routes the case down the executive branch of a decision graph, and the moment it does, the system checkpoints itself — the entire state of the investigation is written durably to disk — and then it stops. Deliberately. Because a decision this consequential doesn't get to happen inside a black box; it pauses and waits, however long it takes, for a person to look at it. Whether that person is reviewing it from a terminal or a browser, they see the same thing: the signals, the agent's reasoning, and a single choice — approve the escalation, or override it and send the case to the Delivery Review Board instead. When the PMO Lead approves, the paused process wakes back up exactly where it left off, finalizes the governance record — Portfolio Director and Executive Steering Committee, Emergency Recovery Playbook — and writes four new action items into the system, each with an owner and a concrete next step.</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And then, critically, the story doesn't end there. Each of those four signals is now a living record, not a closed ticket. The next reporting cycle, the engine checks each one against fresh telemetry: the margin problem, it turns out, gets fixed — the number recovers back under threshold, and that signal quietly resolves itself, with the exact number of days it took to fix logged for posterity. The other three don't recover. They persist into a second cycle, a third, and by the fourth, two of them — schedule and staffing, the ones that were never HIGH to begin with — get automatically escalated, because a MEDIUM-HIGH problem that won't go away after three cycles stops being a MEDIUM-HIGH problem. The scope breach, already sitting at HIGH, doesn't need that automatic push — it was already at the top of the ladder. Even here, a human can still intervene directly, transitioning a signal's state by hand — but only along the paths the state machine allows; you cannot skip from ESCALATED straight to CLOSED and pretend the recovery never had to happen. The system remembers.</a:t>
            </a:r>
            <a:endParaRPr sz="1300">
              <a:solidFill>
                <a:schemeClr val="dk1"/>
              </a:solidFill>
            </a:endParaRPr>
          </a:p>
          <a:p>
            <a:pPr indent="0" lvl="0" marL="0" rtl="0" algn="l">
              <a:lnSpc>
                <a:spcPct val="115000"/>
              </a:lnSpc>
              <a:spcBef>
                <a:spcPts val="1200"/>
              </a:spcBef>
              <a:spcAft>
                <a:spcPts val="0"/>
              </a:spcAft>
              <a:buSzPts val="1100"/>
              <a:buNone/>
            </a:pPr>
            <a:r>
              <a:rPr lang="en-US" sz="1300">
                <a:solidFill>
                  <a:schemeClr val="dk1"/>
                </a:solidFill>
              </a:rPr>
              <a:t>That's the shape of it: a spreadsheet's contract type silently rewrites the rules it will be judged by; </a:t>
            </a:r>
            <a:endParaRPr sz="13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b="1" lang="en-US" sz="1300">
                <a:solidFill>
                  <a:schemeClr val="dk1"/>
                </a:solidFill>
              </a:rPr>
              <a:t>a rules engine turns raw numbers into weighted signals; the weights add up to a color and a tier; an agent double-checks the math against ground truth before anyone acts on it; a human gets the final word, but only after the system has already done the homework; and every signal that comes out the other end keeps being watched, cycle after cycle, until it's actually gone.</a:t>
            </a:r>
            <a:endParaRPr b="1" sz="13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4" name="Google Shape;594;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300"/>
              <a:t>E</a:t>
            </a:r>
            <a:r>
              <a:rPr lang="en-US" sz="1300"/>
              <a:t>very capability we just walked through can be read two ways — as standardization, or as a growth unlock. Same engine, different question.</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Contract-aware threshold profiles are not just consistency — they are what let us say yes to Fixed-Price and outcome-based deals with confidence, which tend to carry better margin than commodity staff-aug.</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The single human gate on executive escalations means PMO time is no longer capped by review volume — those hours become available for account growth work, not just administrative throughput.</a:t>
            </a:r>
            <a:endParaRPr sz="1300"/>
          </a:p>
          <a:p>
            <a:pPr indent="0" lvl="0" marL="0" rtl="0" algn="l">
              <a:lnSpc>
                <a:spcPct val="100000"/>
              </a:lnSpc>
              <a:spcBef>
                <a:spcPts val="0"/>
              </a:spcBef>
              <a:spcAft>
                <a:spcPts val="0"/>
              </a:spcAft>
              <a:buSzPts val="1100"/>
              <a:buNone/>
            </a:pPr>
            <a:r>
              <a:t/>
            </a:r>
            <a:endParaRPr sz="1300"/>
          </a:p>
          <a:p>
            <a:pPr indent="0" lvl="0" marL="0" rtl="0" algn="l">
              <a:lnSpc>
                <a:spcPct val="100000"/>
              </a:lnSpc>
              <a:spcBef>
                <a:spcPts val="0"/>
              </a:spcBef>
              <a:spcAft>
                <a:spcPts val="0"/>
              </a:spcAft>
              <a:buSzPts val="1100"/>
              <a:buNone/>
            </a:pPr>
            <a:r>
              <a:rPr lang="en-US" sz="1300"/>
              <a:t>Deterministic scoring and profile-driven configuration mean the portfolio can grow without governance cost growing linearly with it, and new contract types or acquired teams plug in without rebuilding process.</a:t>
            </a:r>
            <a:endParaRPr sz="1300"/>
          </a:p>
          <a:p>
            <a:pPr indent="0" lvl="0" marL="0" rtl="0" algn="l">
              <a:lnSpc>
                <a:spcPct val="100000"/>
              </a:lnSpc>
              <a:spcBef>
                <a:spcPts val="0"/>
              </a:spcBef>
              <a:spcAft>
                <a:spcPts val="0"/>
              </a:spcAft>
              <a:buSzPts val="1100"/>
              <a:buNone/>
            </a:pPr>
            <a:r>
              <a:t/>
            </a:r>
            <a:endParaRPr sz="1300"/>
          </a:p>
        </p:txBody>
      </p:sp>
      <p:sp>
        <p:nvSpPr>
          <p:cNvPr id="595" name="Google Shape;595;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8.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 Id="rId3" Type="http://schemas.openxmlformats.org/officeDocument/2006/relationships/image" Target="../media/image8.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 – Title Slide – White">
  <p:cSld name="CUSTOM_1">
    <p:bg>
      <p:bgPr>
        <a:solidFill>
          <a:srgbClr val="FFFFFF"/>
        </a:solidFill>
      </p:bgPr>
    </p:bg>
    <p:spTree>
      <p:nvGrpSpPr>
        <p:cNvPr id="6" name="Shape 6"/>
        <p:cNvGrpSpPr/>
        <p:nvPr/>
      </p:nvGrpSpPr>
      <p:grpSpPr>
        <a:xfrm>
          <a:off x="0" y="0"/>
          <a:ext cx="0" cy="0"/>
          <a:chOff x="0" y="0"/>
          <a:chExt cx="0" cy="0"/>
        </a:xfrm>
      </p:grpSpPr>
      <p:sp>
        <p:nvSpPr>
          <p:cNvPr id="7" name="Google Shape;7;p2"/>
          <p:cNvSpPr txBox="1"/>
          <p:nvPr>
            <p:ph type="title"/>
          </p:nvPr>
        </p:nvSpPr>
        <p:spPr>
          <a:xfrm>
            <a:off x="1219734" y="2826000"/>
            <a:ext cx="10399800" cy="6813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Arial"/>
                <a:ea typeface="Arial"/>
                <a:cs typeface="Arial"/>
                <a:sym typeface="Arial"/>
              </a:defRPr>
            </a:lvl9pPr>
          </a:lstStyle>
          <a:p/>
        </p:txBody>
      </p:sp>
      <p:sp>
        <p:nvSpPr>
          <p:cNvPr id="8" name="Google Shape;8;p2"/>
          <p:cNvSpPr txBox="1"/>
          <p:nvPr>
            <p:ph idx="1" type="subTitle"/>
          </p:nvPr>
        </p:nvSpPr>
        <p:spPr>
          <a:xfrm>
            <a:off x="1219734" y="3507200"/>
            <a:ext cx="10399800" cy="524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Arial"/>
                <a:ea typeface="Arial"/>
                <a:cs typeface="Arial"/>
                <a:sym typeface="Arial"/>
              </a:defRPr>
            </a:lvl9pPr>
          </a:lstStyle>
          <a:p/>
        </p:txBody>
      </p:sp>
      <p:sp>
        <p:nvSpPr>
          <p:cNvPr id="9" name="Google Shape;9;p2"/>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roxima Nova"/>
                <a:ea typeface="Proxima Nova"/>
                <a:cs typeface="Proxima Nova"/>
                <a:sym typeface="Proxima Nova"/>
              </a:rPr>
              <a:t> </a:t>
            </a:r>
            <a:r>
              <a:rPr b="0" i="0" lang="en-US" sz="800" u="none" cap="none" strike="noStrike">
                <a:solidFill>
                  <a:schemeClr val="dk1"/>
                </a:solidFill>
                <a:latin typeface="Proxima Nova"/>
                <a:ea typeface="Proxima Nova"/>
                <a:cs typeface="Proxima Nova"/>
                <a:sym typeface="Proxima Nova"/>
              </a:rPr>
              <a:t>Confidential </a:t>
            </a:r>
            <a:r>
              <a:rPr b="0" i="0" lang="en-US" sz="1100" u="none" cap="none" strike="noStrike">
                <a:solidFill>
                  <a:schemeClr val="dk1"/>
                </a:solidFill>
                <a:latin typeface="Proxima Nova"/>
                <a:ea typeface="Proxima Nova"/>
                <a:cs typeface="Proxima Nova"/>
                <a:sym typeface="Proxima Nova"/>
              </a:rPr>
              <a:t> | </a:t>
            </a:r>
            <a:fld id="{00000000-1234-1234-1234-123412341234}" type="slidenum">
              <a:rPr b="0" i="0" lang="en-US" sz="1100" u="none" cap="none" strike="noStrike">
                <a:solidFill>
                  <a:schemeClr val="dk1"/>
                </a:solidFill>
                <a:latin typeface="Proxima Nova"/>
                <a:ea typeface="Proxima Nova"/>
                <a:cs typeface="Proxima Nova"/>
                <a:sym typeface="Proxima Nova"/>
              </a:rPr>
              <a:t>‹#›</a:t>
            </a:fld>
            <a:endParaRPr b="0" i="0" sz="1100" u="none" cap="none" strike="noStrike">
              <a:solidFill>
                <a:schemeClr val="dk1"/>
              </a:solidFill>
              <a:latin typeface="Proxima Nova"/>
              <a:ea typeface="Proxima Nova"/>
              <a:cs typeface="Proxima Nova"/>
              <a:sym typeface="Proxima Nova"/>
            </a:endParaRPr>
          </a:p>
        </p:txBody>
      </p:sp>
      <p:pic>
        <p:nvPicPr>
          <p:cNvPr id="10" name="Google Shape;10;p2"/>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White 1">
  <p:cSld name="C – Single Message – White (g3f8c8e3ebaf_94_0)">
    <p:bg>
      <p:bgPr>
        <a:solidFill>
          <a:schemeClr val="lt1"/>
        </a:solid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13" name="Google Shape;13;p3"/>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1600"/>
              <a:buFont typeface="Proxima Nova"/>
              <a:buNone/>
              <a:defRPr b="0" i="0" sz="16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White 4">
  <p:cSld name="C – Single Message – White (g3f8c8e3ebaf_116_0)">
    <p:bg>
      <p:bgPr>
        <a:solidFill>
          <a:schemeClr val="lt1"/>
        </a:solidFill>
      </p:bgPr>
    </p:bg>
    <p:spTree>
      <p:nvGrpSpPr>
        <p:cNvPr id="14" name="Shape 14"/>
        <p:cNvGrpSpPr/>
        <p:nvPr/>
      </p:nvGrpSpPr>
      <p:grpSpPr>
        <a:xfrm>
          <a:off x="0" y="0"/>
          <a:ext cx="0" cy="0"/>
          <a:chOff x="0" y="0"/>
          <a:chExt cx="0" cy="0"/>
        </a:xfrm>
      </p:grpSpPr>
      <p:sp>
        <p:nvSpPr>
          <p:cNvPr id="15" name="Google Shape;15;p4"/>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16" name="Google Shape;16;p4"/>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1600"/>
              <a:buFont typeface="Proxima Nova"/>
              <a:buNone/>
              <a:defRPr b="0" i="0" sz="16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White 3">
  <p:cSld name="C – Single Message – White (g3f8c8e3ebaf_109_0)">
    <p:bg>
      <p:bgPr>
        <a:solidFill>
          <a:schemeClr val="lt1"/>
        </a:solidFill>
      </p:bgPr>
    </p:bg>
    <p:spTree>
      <p:nvGrpSpPr>
        <p:cNvPr id="17" name="Shape 17"/>
        <p:cNvGrpSpPr/>
        <p:nvPr/>
      </p:nvGrpSpPr>
      <p:grpSpPr>
        <a:xfrm>
          <a:off x="0" y="0"/>
          <a:ext cx="0" cy="0"/>
          <a:chOff x="0" y="0"/>
          <a:chExt cx="0" cy="0"/>
        </a:xfrm>
      </p:grpSpPr>
      <p:sp>
        <p:nvSpPr>
          <p:cNvPr id="18" name="Google Shape;18;p5"/>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19" name="Google Shape;19;p5"/>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1600"/>
              <a:buFont typeface="Proxima Nova"/>
              <a:buNone/>
              <a:defRPr b="0" i="0" sz="16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White 5">
  <p:cSld name="C – Single Message – White (g3f8c8e3ebaf_123_0)">
    <p:bg>
      <p:bgPr>
        <a:solidFill>
          <a:schemeClr val="lt1"/>
        </a:solidFill>
      </p:bgPr>
    </p:bg>
    <p:spTree>
      <p:nvGrpSpPr>
        <p:cNvPr id="20" name="Shape 20"/>
        <p:cNvGrpSpPr/>
        <p:nvPr/>
      </p:nvGrpSpPr>
      <p:grpSpPr>
        <a:xfrm>
          <a:off x="0" y="0"/>
          <a:ext cx="0" cy="0"/>
          <a:chOff x="0" y="0"/>
          <a:chExt cx="0" cy="0"/>
        </a:xfrm>
      </p:grpSpPr>
      <p:sp>
        <p:nvSpPr>
          <p:cNvPr id="21" name="Google Shape;21;p6"/>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22" name="Google Shape;22;p6"/>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1600"/>
              <a:buFont typeface="Proxima Nova"/>
              <a:buNone/>
              <a:defRPr b="0" i="0" sz="16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White">
  <p:cSld name="CUSTOM_16">
    <p:bg>
      <p:bgPr>
        <a:solidFill>
          <a:schemeClr val="lt1"/>
        </a:solidFill>
      </p:bgPr>
    </p:bg>
    <p:spTree>
      <p:nvGrpSpPr>
        <p:cNvPr id="23" name="Shape 23"/>
        <p:cNvGrpSpPr/>
        <p:nvPr/>
      </p:nvGrpSpPr>
      <p:grpSpPr>
        <a:xfrm>
          <a:off x="0" y="0"/>
          <a:ext cx="0" cy="0"/>
          <a:chOff x="0" y="0"/>
          <a:chExt cx="0" cy="0"/>
        </a:xfrm>
      </p:grpSpPr>
      <p:sp>
        <p:nvSpPr>
          <p:cNvPr id="24" name="Google Shape;24;p7"/>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roxima Nova"/>
                <a:ea typeface="Proxima Nova"/>
                <a:cs typeface="Proxima Nova"/>
                <a:sym typeface="Proxima Nova"/>
              </a:rPr>
              <a:t> </a:t>
            </a:r>
            <a:r>
              <a:rPr b="0" i="0" lang="en-US" sz="800" u="none" cap="none" strike="noStrike">
                <a:solidFill>
                  <a:schemeClr val="dk1"/>
                </a:solidFill>
                <a:latin typeface="Proxima Nova"/>
                <a:ea typeface="Proxima Nova"/>
                <a:cs typeface="Proxima Nova"/>
                <a:sym typeface="Proxima Nova"/>
              </a:rPr>
              <a:t>Confidential </a:t>
            </a:r>
            <a:r>
              <a:rPr b="0" i="0" lang="en-US" sz="1100" u="none" cap="none" strike="noStrike">
                <a:solidFill>
                  <a:schemeClr val="dk1"/>
                </a:solidFill>
                <a:latin typeface="Proxima Nova"/>
                <a:ea typeface="Proxima Nova"/>
                <a:cs typeface="Proxima Nova"/>
                <a:sym typeface="Proxima Nova"/>
              </a:rPr>
              <a:t> | </a:t>
            </a:r>
            <a:fld id="{00000000-1234-1234-1234-123412341234}" type="slidenum">
              <a:rPr b="0" i="0" lang="en-US" sz="1100" u="none" cap="none" strike="noStrike">
                <a:solidFill>
                  <a:schemeClr val="dk1"/>
                </a:solidFill>
                <a:latin typeface="Proxima Nova"/>
                <a:ea typeface="Proxima Nova"/>
                <a:cs typeface="Proxima Nova"/>
                <a:sym typeface="Proxima Nova"/>
              </a:rPr>
              <a:t>‹#›</a:t>
            </a:fld>
            <a:endParaRPr b="0" i="0" sz="1100" u="none" cap="none" strike="noStrike">
              <a:solidFill>
                <a:schemeClr val="dk1"/>
              </a:solidFill>
              <a:latin typeface="Proxima Nova"/>
              <a:ea typeface="Proxima Nova"/>
              <a:cs typeface="Proxima Nova"/>
              <a:sym typeface="Proxima Nova"/>
            </a:endParaRPr>
          </a:p>
        </p:txBody>
      </p:sp>
      <p:pic>
        <p:nvPicPr>
          <p:cNvPr id="25" name="Google Shape;25;p7"/>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
        <p:nvSpPr>
          <p:cNvPr id="26" name="Google Shape;26;p7"/>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27" name="Google Shape;27;p7"/>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1600"/>
              <a:buFont typeface="Proxima Nova"/>
              <a:buNone/>
              <a:defRPr b="0" i="0" sz="16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White 6">
  <p:cSld name="C – Single Message – White (g3f8c8e3ebaf_136_0)">
    <p:bg>
      <p:bgPr>
        <a:solidFill>
          <a:schemeClr val="lt1"/>
        </a:solidFill>
      </p:bgPr>
    </p:bg>
    <p:spTree>
      <p:nvGrpSpPr>
        <p:cNvPr id="28" name="Shape 28"/>
        <p:cNvGrpSpPr/>
        <p:nvPr/>
      </p:nvGrpSpPr>
      <p:grpSpPr>
        <a:xfrm>
          <a:off x="0" y="0"/>
          <a:ext cx="0" cy="0"/>
          <a:chOff x="0" y="0"/>
          <a:chExt cx="0" cy="0"/>
        </a:xfrm>
      </p:grpSpPr>
      <p:sp>
        <p:nvSpPr>
          <p:cNvPr id="29" name="Google Shape;29;p8"/>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30" name="Google Shape;30;p8"/>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1600"/>
              <a:buFont typeface="Proxima Nova"/>
              <a:buNone/>
              <a:defRPr b="0" i="0" sz="16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 – End Slide – White">
  <p:cSld name="CUSTOM_1_2_2">
    <p:bg>
      <p:bgPr>
        <a:solidFill>
          <a:srgbClr val="183A9E"/>
        </a:solidFill>
      </p:bgPr>
    </p:bg>
    <p:spTree>
      <p:nvGrpSpPr>
        <p:cNvPr id="31" name="Shape 31"/>
        <p:cNvGrpSpPr/>
        <p:nvPr/>
      </p:nvGrpSpPr>
      <p:grpSpPr>
        <a:xfrm>
          <a:off x="0" y="0"/>
          <a:ext cx="0" cy="0"/>
          <a:chOff x="0" y="0"/>
          <a:chExt cx="0" cy="0"/>
        </a:xfrm>
      </p:grpSpPr>
      <p:sp>
        <p:nvSpPr>
          <p:cNvPr id="32" name="Google Shape;32;p9"/>
          <p:cNvSpPr/>
          <p:nvPr/>
        </p:nvSpPr>
        <p:spPr>
          <a:xfrm>
            <a:off x="0" y="0"/>
            <a:ext cx="12191700" cy="68580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 name="Google Shape;33;p9"/>
          <p:cNvPicPr preferRelativeResize="0"/>
          <p:nvPr/>
        </p:nvPicPr>
        <p:blipFill rotWithShape="1">
          <a:blip r:embed="rId2">
            <a:alphaModFix/>
          </a:blip>
          <a:srcRect b="0" l="0" r="0" t="0"/>
          <a:stretch/>
        </p:blipFill>
        <p:spPr>
          <a:xfrm>
            <a:off x="4303661" y="2935221"/>
            <a:ext cx="3584355" cy="98752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 – Title Slide – Blue">
  <p:cSld name="CUSTOM">
    <p:bg>
      <p:bgPr>
        <a:solidFill>
          <a:schemeClr val="accent1"/>
        </a:solidFill>
      </p:bgPr>
    </p:bg>
    <p:spTree>
      <p:nvGrpSpPr>
        <p:cNvPr id="34" name="Shape 34"/>
        <p:cNvGrpSpPr/>
        <p:nvPr/>
      </p:nvGrpSpPr>
      <p:grpSpPr>
        <a:xfrm>
          <a:off x="0" y="0"/>
          <a:ext cx="0" cy="0"/>
          <a:chOff x="0" y="0"/>
          <a:chExt cx="0" cy="0"/>
        </a:xfrm>
      </p:grpSpPr>
      <p:sp>
        <p:nvSpPr>
          <p:cNvPr id="35" name="Google Shape;35;p10"/>
          <p:cNvSpPr txBox="1"/>
          <p:nvPr>
            <p:ph type="title"/>
          </p:nvPr>
        </p:nvSpPr>
        <p:spPr>
          <a:xfrm>
            <a:off x="1219734" y="2826000"/>
            <a:ext cx="10399800" cy="6813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4300"/>
              <a:buFont typeface="Arial"/>
              <a:buNone/>
              <a:defRPr b="0" i="0" sz="43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9pPr>
          </a:lstStyle>
          <a:p/>
        </p:txBody>
      </p:sp>
      <p:sp>
        <p:nvSpPr>
          <p:cNvPr id="36" name="Google Shape;36;p10"/>
          <p:cNvSpPr txBox="1"/>
          <p:nvPr>
            <p:ph idx="1" type="subTitle"/>
          </p:nvPr>
        </p:nvSpPr>
        <p:spPr>
          <a:xfrm>
            <a:off x="1219734" y="3507200"/>
            <a:ext cx="10399800" cy="524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2300"/>
              <a:buFont typeface="Arial"/>
              <a:buNone/>
              <a:defRPr b="1" i="0" sz="2300" u="none" cap="none" strike="noStrike">
                <a:solidFill>
                  <a:srgbClr val="25A9EF"/>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9pPr>
          </a:lstStyle>
          <a:p/>
        </p:txBody>
      </p:sp>
      <p:sp>
        <p:nvSpPr>
          <p:cNvPr id="37" name="Google Shape;37;p10"/>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38" name="Google Shape;38;p10"/>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 – Title Slide – Med Blue">
  <p:cSld name="CUSTOM_3">
    <p:bg>
      <p:bgPr>
        <a:solidFill>
          <a:schemeClr val="accent2"/>
        </a:solidFill>
      </p:bgPr>
    </p:bg>
    <p:spTree>
      <p:nvGrpSpPr>
        <p:cNvPr id="39" name="Shape 39"/>
        <p:cNvGrpSpPr/>
        <p:nvPr/>
      </p:nvGrpSpPr>
      <p:grpSpPr>
        <a:xfrm>
          <a:off x="0" y="0"/>
          <a:ext cx="0" cy="0"/>
          <a:chOff x="0" y="0"/>
          <a:chExt cx="0" cy="0"/>
        </a:xfrm>
      </p:grpSpPr>
      <p:sp>
        <p:nvSpPr>
          <p:cNvPr id="40" name="Google Shape;40;p11"/>
          <p:cNvSpPr/>
          <p:nvPr/>
        </p:nvSpPr>
        <p:spPr>
          <a:xfrm>
            <a:off x="10221861" y="6131567"/>
            <a:ext cx="1807500" cy="596700"/>
          </a:xfrm>
          <a:prstGeom prst="rect">
            <a:avLst/>
          </a:prstGeom>
          <a:solidFill>
            <a:srgbClr val="183A9E"/>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1"/>
          <p:cNvSpPr txBox="1"/>
          <p:nvPr>
            <p:ph type="title"/>
          </p:nvPr>
        </p:nvSpPr>
        <p:spPr>
          <a:xfrm>
            <a:off x="1219734" y="2826000"/>
            <a:ext cx="10399800" cy="6813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4300"/>
              <a:buFont typeface="Arial"/>
              <a:buNone/>
              <a:defRPr b="0" i="0" sz="43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9pPr>
          </a:lstStyle>
          <a:p/>
        </p:txBody>
      </p:sp>
      <p:sp>
        <p:nvSpPr>
          <p:cNvPr id="42" name="Google Shape;42;p11"/>
          <p:cNvSpPr txBox="1"/>
          <p:nvPr>
            <p:ph idx="1" type="subTitle"/>
          </p:nvPr>
        </p:nvSpPr>
        <p:spPr>
          <a:xfrm>
            <a:off x="1219734" y="3507200"/>
            <a:ext cx="10399800" cy="524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2300"/>
              <a:buFont typeface="Arial"/>
              <a:buNone/>
              <a:defRPr b="1" i="0" sz="2300" u="none" cap="none" strike="noStrike">
                <a:solidFill>
                  <a:srgbClr val="25A9EF"/>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9pPr>
          </a:lstStyle>
          <a:p/>
        </p:txBody>
      </p:sp>
      <p:sp>
        <p:nvSpPr>
          <p:cNvPr id="43" name="Google Shape;43;p11"/>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44" name="Google Shape;44;p11"/>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 – Title Slide – Dark Blue">
  <p:cSld name="CUSTOM_3_1">
    <p:bg>
      <p:bgPr>
        <a:solidFill>
          <a:srgbClr val="0F256E"/>
        </a:solidFill>
      </p:bgPr>
    </p:bg>
    <p:spTree>
      <p:nvGrpSpPr>
        <p:cNvPr id="45" name="Shape 45"/>
        <p:cNvGrpSpPr/>
        <p:nvPr/>
      </p:nvGrpSpPr>
      <p:grpSpPr>
        <a:xfrm>
          <a:off x="0" y="0"/>
          <a:ext cx="0" cy="0"/>
          <a:chOff x="0" y="0"/>
          <a:chExt cx="0" cy="0"/>
        </a:xfrm>
      </p:grpSpPr>
      <p:sp>
        <p:nvSpPr>
          <p:cNvPr id="46" name="Google Shape;46;p12"/>
          <p:cNvSpPr txBox="1"/>
          <p:nvPr>
            <p:ph type="title"/>
          </p:nvPr>
        </p:nvSpPr>
        <p:spPr>
          <a:xfrm>
            <a:off x="1219734" y="2826000"/>
            <a:ext cx="10399800" cy="6813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4300"/>
              <a:buFont typeface="Arial"/>
              <a:buNone/>
              <a:defRPr b="0" i="0" sz="43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9pPr>
          </a:lstStyle>
          <a:p/>
        </p:txBody>
      </p:sp>
      <p:sp>
        <p:nvSpPr>
          <p:cNvPr id="47" name="Google Shape;47;p12"/>
          <p:cNvSpPr txBox="1"/>
          <p:nvPr>
            <p:ph idx="1" type="subTitle"/>
          </p:nvPr>
        </p:nvSpPr>
        <p:spPr>
          <a:xfrm>
            <a:off x="1219734" y="3507200"/>
            <a:ext cx="10399800" cy="524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2300"/>
              <a:buFont typeface="Arial"/>
              <a:buNone/>
              <a:defRPr b="1" i="0" sz="2300" u="none" cap="none" strike="noStrike">
                <a:solidFill>
                  <a:srgbClr val="25A9EF"/>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9pPr>
          </a:lstStyle>
          <a:p/>
        </p:txBody>
      </p:sp>
      <p:sp>
        <p:nvSpPr>
          <p:cNvPr id="48" name="Google Shape;48;p12"/>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49" name="Google Shape;49;p12"/>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 – Title Slide – Dark Gray">
  <p:cSld name="CUSTOM_3_1_1">
    <p:bg>
      <p:bgPr>
        <a:solidFill>
          <a:srgbClr val="262D3D"/>
        </a:solidFill>
      </p:bgPr>
    </p:bg>
    <p:spTree>
      <p:nvGrpSpPr>
        <p:cNvPr id="50" name="Shape 50"/>
        <p:cNvGrpSpPr/>
        <p:nvPr/>
      </p:nvGrpSpPr>
      <p:grpSpPr>
        <a:xfrm>
          <a:off x="0" y="0"/>
          <a:ext cx="0" cy="0"/>
          <a:chOff x="0" y="0"/>
          <a:chExt cx="0" cy="0"/>
        </a:xfrm>
      </p:grpSpPr>
      <p:sp>
        <p:nvSpPr>
          <p:cNvPr id="51" name="Google Shape;51;p13"/>
          <p:cNvSpPr/>
          <p:nvPr/>
        </p:nvSpPr>
        <p:spPr>
          <a:xfrm>
            <a:off x="10221861" y="6131567"/>
            <a:ext cx="1807500" cy="596700"/>
          </a:xfrm>
          <a:prstGeom prst="rect">
            <a:avLst/>
          </a:prstGeom>
          <a:solidFill>
            <a:srgbClr val="262D3D"/>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3"/>
          <p:cNvSpPr txBox="1"/>
          <p:nvPr>
            <p:ph type="title"/>
          </p:nvPr>
        </p:nvSpPr>
        <p:spPr>
          <a:xfrm>
            <a:off x="1219734" y="2826000"/>
            <a:ext cx="10399800" cy="6813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4300"/>
              <a:buFont typeface="Arial"/>
              <a:buNone/>
              <a:defRPr b="0" i="0" sz="43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9pPr>
          </a:lstStyle>
          <a:p/>
        </p:txBody>
      </p:sp>
      <p:sp>
        <p:nvSpPr>
          <p:cNvPr id="53" name="Google Shape;53;p13"/>
          <p:cNvSpPr txBox="1"/>
          <p:nvPr>
            <p:ph idx="1" type="subTitle"/>
          </p:nvPr>
        </p:nvSpPr>
        <p:spPr>
          <a:xfrm>
            <a:off x="1219734" y="3507200"/>
            <a:ext cx="10399800" cy="524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2300"/>
              <a:buFont typeface="Arial"/>
              <a:buNone/>
              <a:defRPr b="1" i="0" sz="2300" u="none" cap="none" strike="noStrike">
                <a:solidFill>
                  <a:srgbClr val="25A9EF"/>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9pPr>
          </a:lstStyle>
          <a:p/>
        </p:txBody>
      </p:sp>
      <p:sp>
        <p:nvSpPr>
          <p:cNvPr id="54" name="Google Shape;54;p13"/>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55" name="Google Shape;55;p13"/>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Blue">
  <p:cSld name="CUSTOM_1_5">
    <p:bg>
      <p:bgPr>
        <a:solidFill>
          <a:schemeClr val="accent1"/>
        </a:solidFill>
      </p:bgPr>
    </p:bg>
    <p:spTree>
      <p:nvGrpSpPr>
        <p:cNvPr id="56" name="Shape 56"/>
        <p:cNvGrpSpPr/>
        <p:nvPr/>
      </p:nvGrpSpPr>
      <p:grpSpPr>
        <a:xfrm>
          <a:off x="0" y="0"/>
          <a:ext cx="0" cy="0"/>
          <a:chOff x="0" y="0"/>
          <a:chExt cx="0" cy="0"/>
        </a:xfrm>
      </p:grpSpPr>
      <p:sp>
        <p:nvSpPr>
          <p:cNvPr id="57" name="Google Shape;57;p14"/>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58" name="Google Shape;58;p14"/>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59" name="Google Shape;59;p14"/>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60" name="Google Shape;60;p14"/>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1600"/>
              <a:buFont typeface="Proxima Nova"/>
              <a:buNone/>
              <a:defRPr b="0" i="0" sz="16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Med Blue">
  <p:cSld name="CUSTOM_1_4">
    <p:bg>
      <p:bgPr>
        <a:solidFill>
          <a:schemeClr val="accent2"/>
        </a:solidFill>
      </p:bgPr>
    </p:bg>
    <p:spTree>
      <p:nvGrpSpPr>
        <p:cNvPr id="61" name="Shape 61"/>
        <p:cNvGrpSpPr/>
        <p:nvPr/>
      </p:nvGrpSpPr>
      <p:grpSpPr>
        <a:xfrm>
          <a:off x="0" y="0"/>
          <a:ext cx="0" cy="0"/>
          <a:chOff x="0" y="0"/>
          <a:chExt cx="0" cy="0"/>
        </a:xfrm>
      </p:grpSpPr>
      <p:sp>
        <p:nvSpPr>
          <p:cNvPr id="62" name="Google Shape;62;p15"/>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63" name="Google Shape;63;p15"/>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64" name="Google Shape;64;p15"/>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65" name="Google Shape;65;p15"/>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1600"/>
              <a:buFont typeface="Proxima Nova"/>
              <a:buNone/>
              <a:defRPr b="0" i="0" sz="16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Dark Blue">
  <p:cSld name="CUSTOM_1_4_1">
    <p:bg>
      <p:bgPr>
        <a:solidFill>
          <a:srgbClr val="0F256E"/>
        </a:solidFill>
      </p:bgPr>
    </p:bg>
    <p:spTree>
      <p:nvGrpSpPr>
        <p:cNvPr id="66" name="Shape 66"/>
        <p:cNvGrpSpPr/>
        <p:nvPr/>
      </p:nvGrpSpPr>
      <p:grpSpPr>
        <a:xfrm>
          <a:off x="0" y="0"/>
          <a:ext cx="0" cy="0"/>
          <a:chOff x="0" y="0"/>
          <a:chExt cx="0" cy="0"/>
        </a:xfrm>
      </p:grpSpPr>
      <p:sp>
        <p:nvSpPr>
          <p:cNvPr id="67" name="Google Shape;67;p16"/>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68" name="Google Shape;68;p16"/>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69" name="Google Shape;69;p16"/>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70" name="Google Shape;70;p16"/>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1600"/>
              <a:buFont typeface="Proxima Nova"/>
              <a:buNone/>
              <a:defRPr b="0" i="0" sz="16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Dark Gray">
  <p:cSld name="CUSTOM_1_3_1">
    <p:spTree>
      <p:nvGrpSpPr>
        <p:cNvPr id="71" name="Shape 71"/>
        <p:cNvGrpSpPr/>
        <p:nvPr/>
      </p:nvGrpSpPr>
      <p:grpSpPr>
        <a:xfrm>
          <a:off x="0" y="0"/>
          <a:ext cx="0" cy="0"/>
          <a:chOff x="0" y="0"/>
          <a:chExt cx="0" cy="0"/>
        </a:xfrm>
      </p:grpSpPr>
      <p:sp>
        <p:nvSpPr>
          <p:cNvPr id="72" name="Google Shape;72;p17"/>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73" name="Google Shape;73;p17"/>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74" name="Google Shape;74;p17"/>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75" name="Google Shape;75;p17"/>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1600"/>
              <a:buFont typeface="Proxima Nova"/>
              <a:buNone/>
              <a:defRPr b="0" i="0" sz="16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 – End Slide – Med Blue">
  <p:cSld name="CUSTOM_1_2">
    <p:bg>
      <p:bgPr>
        <a:solidFill>
          <a:srgbClr val="183A9E"/>
        </a:solidFill>
      </p:bgPr>
    </p:bg>
    <p:spTree>
      <p:nvGrpSpPr>
        <p:cNvPr id="76" name="Shape 76"/>
        <p:cNvGrpSpPr/>
        <p:nvPr/>
      </p:nvGrpSpPr>
      <p:grpSpPr>
        <a:xfrm>
          <a:off x="0" y="0"/>
          <a:ext cx="0" cy="0"/>
          <a:chOff x="0" y="0"/>
          <a:chExt cx="0" cy="0"/>
        </a:xfrm>
      </p:grpSpPr>
      <p:sp>
        <p:nvSpPr>
          <p:cNvPr id="77" name="Google Shape;77;p18"/>
          <p:cNvSpPr/>
          <p:nvPr/>
        </p:nvSpPr>
        <p:spPr>
          <a:xfrm>
            <a:off x="0" y="0"/>
            <a:ext cx="12191700" cy="6858000"/>
          </a:xfrm>
          <a:prstGeom prst="rect">
            <a:avLst/>
          </a:prstGeom>
          <a:solidFill>
            <a:srgbClr val="183A9E"/>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8" name="Google Shape;78;p18"/>
          <p:cNvPicPr preferRelativeResize="0"/>
          <p:nvPr/>
        </p:nvPicPr>
        <p:blipFill rotWithShape="1">
          <a:blip r:embed="rId2">
            <a:alphaModFix/>
          </a:blip>
          <a:srcRect b="0" l="0" r="0" t="0"/>
          <a:stretch/>
        </p:blipFill>
        <p:spPr>
          <a:xfrm>
            <a:off x="4303719" y="2933601"/>
            <a:ext cx="3584235" cy="990773"/>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 – End Slide – Dark Blue">
  <p:cSld name="CUSTOM_1_2_1">
    <p:bg>
      <p:bgPr>
        <a:solidFill>
          <a:srgbClr val="183A9E"/>
        </a:solidFill>
      </p:bgPr>
    </p:bg>
    <p:spTree>
      <p:nvGrpSpPr>
        <p:cNvPr id="79" name="Shape 79"/>
        <p:cNvGrpSpPr/>
        <p:nvPr/>
      </p:nvGrpSpPr>
      <p:grpSpPr>
        <a:xfrm>
          <a:off x="0" y="0"/>
          <a:ext cx="0" cy="0"/>
          <a:chOff x="0" y="0"/>
          <a:chExt cx="0" cy="0"/>
        </a:xfrm>
      </p:grpSpPr>
      <p:sp>
        <p:nvSpPr>
          <p:cNvPr id="80" name="Google Shape;80;p19"/>
          <p:cNvSpPr/>
          <p:nvPr/>
        </p:nvSpPr>
        <p:spPr>
          <a:xfrm>
            <a:off x="0" y="0"/>
            <a:ext cx="12191700" cy="6858000"/>
          </a:xfrm>
          <a:prstGeom prst="rect">
            <a:avLst/>
          </a:prstGeom>
          <a:solidFill>
            <a:srgbClr val="0F256E"/>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1" name="Google Shape;81;p19"/>
          <p:cNvPicPr preferRelativeResize="0"/>
          <p:nvPr/>
        </p:nvPicPr>
        <p:blipFill rotWithShape="1">
          <a:blip r:embed="rId2">
            <a:alphaModFix/>
          </a:blip>
          <a:srcRect b="0" l="0" r="0" t="0"/>
          <a:stretch/>
        </p:blipFill>
        <p:spPr>
          <a:xfrm>
            <a:off x="4303719" y="2933601"/>
            <a:ext cx="3584235" cy="990773"/>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 – End Slide – Blue">
  <p:cSld name="CUSTOM_1_2_1_2">
    <p:bg>
      <p:bgPr>
        <a:solidFill>
          <a:srgbClr val="183A9E"/>
        </a:solidFill>
      </p:bgPr>
    </p:bg>
    <p:spTree>
      <p:nvGrpSpPr>
        <p:cNvPr id="82" name="Shape 82"/>
        <p:cNvGrpSpPr/>
        <p:nvPr/>
      </p:nvGrpSpPr>
      <p:grpSpPr>
        <a:xfrm>
          <a:off x="0" y="0"/>
          <a:ext cx="0" cy="0"/>
          <a:chOff x="0" y="0"/>
          <a:chExt cx="0" cy="0"/>
        </a:xfrm>
      </p:grpSpPr>
      <p:sp>
        <p:nvSpPr>
          <p:cNvPr id="83" name="Google Shape;83;p20"/>
          <p:cNvSpPr/>
          <p:nvPr/>
        </p:nvSpPr>
        <p:spPr>
          <a:xfrm>
            <a:off x="0" y="0"/>
            <a:ext cx="12191700" cy="6858000"/>
          </a:xfrm>
          <a:prstGeom prst="rect">
            <a:avLst/>
          </a:prstGeom>
          <a:solidFill>
            <a:srgbClr val="204EC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4" name="Google Shape;84;p20"/>
          <p:cNvPicPr preferRelativeResize="0"/>
          <p:nvPr/>
        </p:nvPicPr>
        <p:blipFill rotWithShape="1">
          <a:blip r:embed="rId2">
            <a:alphaModFix/>
          </a:blip>
          <a:srcRect b="0" l="0" r="0" t="0"/>
          <a:stretch/>
        </p:blipFill>
        <p:spPr>
          <a:xfrm>
            <a:off x="4303719" y="2933601"/>
            <a:ext cx="3584235" cy="99077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 – End Slide – Dark Gray">
  <p:cSld name="CUSTOM_1_2_1_1">
    <p:bg>
      <p:bgPr>
        <a:solidFill>
          <a:srgbClr val="183A9E"/>
        </a:solidFill>
      </p:bgPr>
    </p:bg>
    <p:spTree>
      <p:nvGrpSpPr>
        <p:cNvPr id="85" name="Shape 85"/>
        <p:cNvGrpSpPr/>
        <p:nvPr/>
      </p:nvGrpSpPr>
      <p:grpSpPr>
        <a:xfrm>
          <a:off x="0" y="0"/>
          <a:ext cx="0" cy="0"/>
          <a:chOff x="0" y="0"/>
          <a:chExt cx="0" cy="0"/>
        </a:xfrm>
      </p:grpSpPr>
      <p:sp>
        <p:nvSpPr>
          <p:cNvPr id="86" name="Google Shape;86;p21"/>
          <p:cNvSpPr/>
          <p:nvPr/>
        </p:nvSpPr>
        <p:spPr>
          <a:xfrm>
            <a:off x="0" y="0"/>
            <a:ext cx="12191700" cy="6858000"/>
          </a:xfrm>
          <a:prstGeom prst="rect">
            <a:avLst/>
          </a:prstGeom>
          <a:solidFill>
            <a:srgbClr val="262D3D"/>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7" name="Google Shape;87;p21"/>
          <p:cNvPicPr preferRelativeResize="0"/>
          <p:nvPr/>
        </p:nvPicPr>
        <p:blipFill rotWithShape="1">
          <a:blip r:embed="rId2">
            <a:alphaModFix/>
          </a:blip>
          <a:srcRect b="0" l="0" r="0" t="0"/>
          <a:stretch/>
        </p:blipFill>
        <p:spPr>
          <a:xfrm>
            <a:off x="4303719" y="2933601"/>
            <a:ext cx="3584235" cy="990773"/>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 – Standard Text – White">
  <p:cSld name="CUSTOM_1_1_1">
    <p:bg>
      <p:bgPr>
        <a:solidFill>
          <a:schemeClr val="lt1"/>
        </a:solidFill>
      </p:bgPr>
    </p:bg>
    <p:spTree>
      <p:nvGrpSpPr>
        <p:cNvPr id="88" name="Shape 88"/>
        <p:cNvGrpSpPr/>
        <p:nvPr/>
      </p:nvGrpSpPr>
      <p:grpSpPr>
        <a:xfrm>
          <a:off x="0" y="0"/>
          <a:ext cx="0" cy="0"/>
          <a:chOff x="0" y="0"/>
          <a:chExt cx="0" cy="0"/>
        </a:xfrm>
      </p:grpSpPr>
      <p:sp>
        <p:nvSpPr>
          <p:cNvPr id="89" name="Google Shape;89;p22"/>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204ECF"/>
                </a:solidFill>
                <a:latin typeface="Proxima Nova"/>
                <a:ea typeface="Proxima Nova"/>
                <a:cs typeface="Proxima Nova"/>
                <a:sym typeface="Proxima Nova"/>
              </a:rPr>
              <a:t> </a:t>
            </a:r>
            <a:r>
              <a:rPr b="0" i="0" lang="en-US" sz="800" u="none" cap="none" strike="noStrike">
                <a:solidFill>
                  <a:srgbClr val="204ECF"/>
                </a:solidFill>
                <a:latin typeface="Proxima Nova"/>
                <a:ea typeface="Proxima Nova"/>
                <a:cs typeface="Proxima Nova"/>
                <a:sym typeface="Proxima Nova"/>
              </a:rPr>
              <a:t>Confidential </a:t>
            </a:r>
            <a:r>
              <a:rPr b="0" i="0" lang="en-US" sz="1100" u="none" cap="none" strike="noStrike">
                <a:solidFill>
                  <a:srgbClr val="204ECF"/>
                </a:solidFill>
                <a:latin typeface="Proxima Nova"/>
                <a:ea typeface="Proxima Nova"/>
                <a:cs typeface="Proxima Nova"/>
                <a:sym typeface="Proxima Nova"/>
              </a:rPr>
              <a:t> | </a:t>
            </a:r>
            <a:fld id="{00000000-1234-1234-1234-123412341234}" type="slidenum">
              <a:rPr b="0" i="0" lang="en-US" sz="1100" u="none" cap="none" strike="noStrike">
                <a:solidFill>
                  <a:srgbClr val="204ECF"/>
                </a:solidFill>
                <a:latin typeface="Proxima Nova"/>
                <a:ea typeface="Proxima Nova"/>
                <a:cs typeface="Proxima Nova"/>
                <a:sym typeface="Proxima Nova"/>
              </a:rPr>
              <a:t>‹#›</a:t>
            </a:fld>
            <a:endParaRPr b="0" i="0" sz="1100" u="none" cap="none" strike="noStrike">
              <a:solidFill>
                <a:srgbClr val="204ECF"/>
              </a:solidFill>
              <a:latin typeface="Proxima Nova"/>
              <a:ea typeface="Proxima Nova"/>
              <a:cs typeface="Proxima Nova"/>
              <a:sym typeface="Proxima Nova"/>
            </a:endParaRPr>
          </a:p>
        </p:txBody>
      </p:sp>
      <p:pic>
        <p:nvPicPr>
          <p:cNvPr id="90" name="Google Shape;90;p22"/>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
        <p:nvSpPr>
          <p:cNvPr id="91" name="Google Shape;91;p22"/>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p:txBody>
      </p:sp>
      <p:sp>
        <p:nvSpPr>
          <p:cNvPr id="92" name="Google Shape;92;p22"/>
          <p:cNvSpPr txBox="1"/>
          <p:nvPr>
            <p:ph idx="1" type="body"/>
          </p:nvPr>
        </p:nvSpPr>
        <p:spPr>
          <a:xfrm>
            <a:off x="264160" y="766667"/>
            <a:ext cx="116634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 – Standard Text – Dark Blue">
  <p:cSld name="CUSTOM_1_1_1_2">
    <p:bg>
      <p:bgPr>
        <a:solidFill>
          <a:srgbClr val="0F256E"/>
        </a:solidFill>
      </p:bgPr>
    </p:bg>
    <p:spTree>
      <p:nvGrpSpPr>
        <p:cNvPr id="93" name="Shape 93"/>
        <p:cNvGrpSpPr/>
        <p:nvPr/>
      </p:nvGrpSpPr>
      <p:grpSpPr>
        <a:xfrm>
          <a:off x="0" y="0"/>
          <a:ext cx="0" cy="0"/>
          <a:chOff x="0" y="0"/>
          <a:chExt cx="0" cy="0"/>
        </a:xfrm>
      </p:grpSpPr>
      <p:sp>
        <p:nvSpPr>
          <p:cNvPr id="94" name="Google Shape;94;p23"/>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95" name="Google Shape;95;p23"/>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96" name="Google Shape;96;p23"/>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97" name="Google Shape;97;p23"/>
          <p:cNvSpPr txBox="1"/>
          <p:nvPr>
            <p:ph idx="1" type="body"/>
          </p:nvPr>
        </p:nvSpPr>
        <p:spPr>
          <a:xfrm>
            <a:off x="264160" y="766667"/>
            <a:ext cx="116634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 – Standard Text – Blue">
  <p:cSld name="CUSTOM_1_1_1_2_2">
    <p:bg>
      <p:bgPr>
        <a:solidFill>
          <a:srgbClr val="204ECF"/>
        </a:solidFill>
      </p:bgPr>
    </p:bg>
    <p:spTree>
      <p:nvGrpSpPr>
        <p:cNvPr id="98" name="Shape 98"/>
        <p:cNvGrpSpPr/>
        <p:nvPr/>
      </p:nvGrpSpPr>
      <p:grpSpPr>
        <a:xfrm>
          <a:off x="0" y="0"/>
          <a:ext cx="0" cy="0"/>
          <a:chOff x="0" y="0"/>
          <a:chExt cx="0" cy="0"/>
        </a:xfrm>
      </p:grpSpPr>
      <p:sp>
        <p:nvSpPr>
          <p:cNvPr id="99" name="Google Shape;99;p24"/>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100" name="Google Shape;100;p24"/>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101" name="Google Shape;101;p24"/>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102" name="Google Shape;102;p24"/>
          <p:cNvSpPr txBox="1"/>
          <p:nvPr>
            <p:ph idx="1" type="body"/>
          </p:nvPr>
        </p:nvSpPr>
        <p:spPr>
          <a:xfrm>
            <a:off x="264160" y="766667"/>
            <a:ext cx="116634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 – Standard Text – Medium Blue">
  <p:cSld name="CUSTOM_1_1_1_2_2_1">
    <p:bg>
      <p:bgPr>
        <a:solidFill>
          <a:srgbClr val="183A9E"/>
        </a:solidFill>
      </p:bgPr>
    </p:bg>
    <p:spTree>
      <p:nvGrpSpPr>
        <p:cNvPr id="103" name="Shape 103"/>
        <p:cNvGrpSpPr/>
        <p:nvPr/>
      </p:nvGrpSpPr>
      <p:grpSpPr>
        <a:xfrm>
          <a:off x="0" y="0"/>
          <a:ext cx="0" cy="0"/>
          <a:chOff x="0" y="0"/>
          <a:chExt cx="0" cy="0"/>
        </a:xfrm>
      </p:grpSpPr>
      <p:sp>
        <p:nvSpPr>
          <p:cNvPr id="104" name="Google Shape;104;p25"/>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105" name="Google Shape;105;p25"/>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106" name="Google Shape;106;p25"/>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107" name="Google Shape;107;p25"/>
          <p:cNvSpPr txBox="1"/>
          <p:nvPr>
            <p:ph idx="1" type="body"/>
          </p:nvPr>
        </p:nvSpPr>
        <p:spPr>
          <a:xfrm>
            <a:off x="264160" y="766667"/>
            <a:ext cx="116634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 – Standard Text – Dark Grey">
  <p:cSld name="CUSTOM_1_1_1_2_2_1_1">
    <p:bg>
      <p:bgPr>
        <a:solidFill>
          <a:srgbClr val="262D3D"/>
        </a:solidFill>
      </p:bgPr>
    </p:bg>
    <p:spTree>
      <p:nvGrpSpPr>
        <p:cNvPr id="108" name="Shape 108"/>
        <p:cNvGrpSpPr/>
        <p:nvPr/>
      </p:nvGrpSpPr>
      <p:grpSpPr>
        <a:xfrm>
          <a:off x="0" y="0"/>
          <a:ext cx="0" cy="0"/>
          <a:chOff x="0" y="0"/>
          <a:chExt cx="0" cy="0"/>
        </a:xfrm>
      </p:grpSpPr>
      <p:sp>
        <p:nvSpPr>
          <p:cNvPr id="109" name="Google Shape;109;p26"/>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110" name="Google Shape;110;p26"/>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111" name="Google Shape;111;p26"/>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112" name="Google Shape;112;p26"/>
          <p:cNvSpPr txBox="1"/>
          <p:nvPr>
            <p:ph idx="1" type="body"/>
          </p:nvPr>
        </p:nvSpPr>
        <p:spPr>
          <a:xfrm>
            <a:off x="264160" y="766667"/>
            <a:ext cx="116634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 Left Highlight – Blue">
  <p:cSld name="CUSTOM_10">
    <p:bg>
      <p:bgPr>
        <a:solidFill>
          <a:schemeClr val="lt1"/>
        </a:solidFill>
      </p:bgPr>
    </p:bg>
    <p:spTree>
      <p:nvGrpSpPr>
        <p:cNvPr id="113" name="Shape 113"/>
        <p:cNvGrpSpPr/>
        <p:nvPr/>
      </p:nvGrpSpPr>
      <p:grpSpPr>
        <a:xfrm>
          <a:off x="0" y="0"/>
          <a:ext cx="0" cy="0"/>
          <a:chOff x="0" y="0"/>
          <a:chExt cx="0" cy="0"/>
        </a:xfrm>
      </p:grpSpPr>
      <p:sp>
        <p:nvSpPr>
          <p:cNvPr id="114" name="Google Shape;114;p27"/>
          <p:cNvSpPr/>
          <p:nvPr/>
        </p:nvSpPr>
        <p:spPr>
          <a:xfrm>
            <a:off x="0" y="0"/>
            <a:ext cx="4262400" cy="6858000"/>
          </a:xfrm>
          <a:prstGeom prst="rect">
            <a:avLst/>
          </a:prstGeom>
          <a:solidFill>
            <a:srgbClr val="204EC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7"/>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204ECF"/>
                </a:solidFill>
                <a:latin typeface="Proxima Nova"/>
                <a:ea typeface="Proxima Nova"/>
                <a:cs typeface="Proxima Nova"/>
                <a:sym typeface="Proxima Nova"/>
              </a:rPr>
              <a:t> </a:t>
            </a:r>
            <a:r>
              <a:rPr b="0" i="0" lang="en-US" sz="800" u="none" cap="none" strike="noStrike">
                <a:solidFill>
                  <a:srgbClr val="204ECF"/>
                </a:solidFill>
                <a:latin typeface="Proxima Nova"/>
                <a:ea typeface="Proxima Nova"/>
                <a:cs typeface="Proxima Nova"/>
                <a:sym typeface="Proxima Nova"/>
              </a:rPr>
              <a:t>Confidential </a:t>
            </a:r>
            <a:r>
              <a:rPr b="0" i="0" lang="en-US" sz="1100" u="none" cap="none" strike="noStrike">
                <a:solidFill>
                  <a:srgbClr val="204ECF"/>
                </a:solidFill>
                <a:latin typeface="Proxima Nova"/>
                <a:ea typeface="Proxima Nova"/>
                <a:cs typeface="Proxima Nova"/>
                <a:sym typeface="Proxima Nova"/>
              </a:rPr>
              <a:t> | </a:t>
            </a:r>
            <a:fld id="{00000000-1234-1234-1234-123412341234}" type="slidenum">
              <a:rPr b="0" i="0" lang="en-US" sz="1100" u="none" cap="none" strike="noStrike">
                <a:solidFill>
                  <a:srgbClr val="204ECF"/>
                </a:solidFill>
                <a:latin typeface="Proxima Nova"/>
                <a:ea typeface="Proxima Nova"/>
                <a:cs typeface="Proxima Nova"/>
                <a:sym typeface="Proxima Nova"/>
              </a:rPr>
              <a:t>‹#›</a:t>
            </a:fld>
            <a:endParaRPr b="0" i="0" sz="1100" u="none" cap="none" strike="noStrike">
              <a:solidFill>
                <a:srgbClr val="204ECF"/>
              </a:solidFill>
              <a:latin typeface="Proxima Nova"/>
              <a:ea typeface="Proxima Nova"/>
              <a:cs typeface="Proxima Nova"/>
              <a:sym typeface="Proxima Nova"/>
            </a:endParaRPr>
          </a:p>
        </p:txBody>
      </p:sp>
      <p:pic>
        <p:nvPicPr>
          <p:cNvPr id="116" name="Google Shape;116;p27"/>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117" name="Google Shape;117;p27"/>
          <p:cNvSpPr txBox="1"/>
          <p:nvPr>
            <p:ph type="title"/>
          </p:nvPr>
        </p:nvSpPr>
        <p:spPr>
          <a:xfrm>
            <a:off x="264160" y="201733"/>
            <a:ext cx="37488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118" name="Google Shape;118;p27"/>
          <p:cNvSpPr txBox="1"/>
          <p:nvPr>
            <p:ph idx="1" type="body"/>
          </p:nvPr>
        </p:nvSpPr>
        <p:spPr>
          <a:xfrm>
            <a:off x="264160" y="1195600"/>
            <a:ext cx="36303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
        <p:nvSpPr>
          <p:cNvPr id="119" name="Google Shape;119;p27"/>
          <p:cNvSpPr txBox="1"/>
          <p:nvPr>
            <p:ph idx="2" type="title"/>
          </p:nvPr>
        </p:nvSpPr>
        <p:spPr>
          <a:xfrm>
            <a:off x="4441882" y="201733"/>
            <a:ext cx="74859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120" name="Google Shape;120;p27"/>
          <p:cNvSpPr txBox="1"/>
          <p:nvPr>
            <p:ph idx="3" type="body"/>
          </p:nvPr>
        </p:nvSpPr>
        <p:spPr>
          <a:xfrm>
            <a:off x="4441882" y="1195600"/>
            <a:ext cx="7384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 Left Highlight – Med Blue">
  <p:cSld name="CUSTOM_11">
    <p:bg>
      <p:bgPr>
        <a:solidFill>
          <a:schemeClr val="lt1"/>
        </a:solidFill>
      </p:bgPr>
    </p:bg>
    <p:spTree>
      <p:nvGrpSpPr>
        <p:cNvPr id="121" name="Shape 121"/>
        <p:cNvGrpSpPr/>
        <p:nvPr/>
      </p:nvGrpSpPr>
      <p:grpSpPr>
        <a:xfrm>
          <a:off x="0" y="0"/>
          <a:ext cx="0" cy="0"/>
          <a:chOff x="0" y="0"/>
          <a:chExt cx="0" cy="0"/>
        </a:xfrm>
      </p:grpSpPr>
      <p:sp>
        <p:nvSpPr>
          <p:cNvPr id="122" name="Google Shape;122;p28"/>
          <p:cNvSpPr/>
          <p:nvPr/>
        </p:nvSpPr>
        <p:spPr>
          <a:xfrm>
            <a:off x="0" y="0"/>
            <a:ext cx="4262400" cy="6858000"/>
          </a:xfrm>
          <a:prstGeom prst="rect">
            <a:avLst/>
          </a:prstGeom>
          <a:solidFill>
            <a:schemeClr val="accen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8"/>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204ECF"/>
                </a:solidFill>
                <a:latin typeface="Proxima Nova"/>
                <a:ea typeface="Proxima Nova"/>
                <a:cs typeface="Proxima Nova"/>
                <a:sym typeface="Proxima Nova"/>
              </a:rPr>
              <a:t> </a:t>
            </a:r>
            <a:r>
              <a:rPr b="0" i="0" lang="en-US" sz="800" u="none" cap="none" strike="noStrike">
                <a:solidFill>
                  <a:srgbClr val="204ECF"/>
                </a:solidFill>
                <a:latin typeface="Proxima Nova"/>
                <a:ea typeface="Proxima Nova"/>
                <a:cs typeface="Proxima Nova"/>
                <a:sym typeface="Proxima Nova"/>
              </a:rPr>
              <a:t>Confidential </a:t>
            </a:r>
            <a:r>
              <a:rPr b="0" i="0" lang="en-US" sz="1100" u="none" cap="none" strike="noStrike">
                <a:solidFill>
                  <a:srgbClr val="204ECF"/>
                </a:solidFill>
                <a:latin typeface="Proxima Nova"/>
                <a:ea typeface="Proxima Nova"/>
                <a:cs typeface="Proxima Nova"/>
                <a:sym typeface="Proxima Nova"/>
              </a:rPr>
              <a:t> | </a:t>
            </a:r>
            <a:fld id="{00000000-1234-1234-1234-123412341234}" type="slidenum">
              <a:rPr b="0" i="0" lang="en-US" sz="1100" u="none" cap="none" strike="noStrike">
                <a:solidFill>
                  <a:srgbClr val="204ECF"/>
                </a:solidFill>
                <a:latin typeface="Proxima Nova"/>
                <a:ea typeface="Proxima Nova"/>
                <a:cs typeface="Proxima Nova"/>
                <a:sym typeface="Proxima Nova"/>
              </a:rPr>
              <a:t>‹#›</a:t>
            </a:fld>
            <a:endParaRPr b="0" i="0" sz="1100" u="none" cap="none" strike="noStrike">
              <a:solidFill>
                <a:srgbClr val="204ECF"/>
              </a:solidFill>
              <a:latin typeface="Proxima Nova"/>
              <a:ea typeface="Proxima Nova"/>
              <a:cs typeface="Proxima Nova"/>
              <a:sym typeface="Proxima Nova"/>
            </a:endParaRPr>
          </a:p>
        </p:txBody>
      </p:sp>
      <p:pic>
        <p:nvPicPr>
          <p:cNvPr id="124" name="Google Shape;124;p28"/>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125" name="Google Shape;125;p28"/>
          <p:cNvSpPr txBox="1"/>
          <p:nvPr>
            <p:ph type="title"/>
          </p:nvPr>
        </p:nvSpPr>
        <p:spPr>
          <a:xfrm>
            <a:off x="264160" y="201733"/>
            <a:ext cx="37488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126" name="Google Shape;126;p28"/>
          <p:cNvSpPr txBox="1"/>
          <p:nvPr>
            <p:ph idx="1" type="body"/>
          </p:nvPr>
        </p:nvSpPr>
        <p:spPr>
          <a:xfrm>
            <a:off x="264160" y="1195600"/>
            <a:ext cx="36303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
        <p:nvSpPr>
          <p:cNvPr id="127" name="Google Shape;127;p28"/>
          <p:cNvSpPr txBox="1"/>
          <p:nvPr>
            <p:ph idx="2" type="title"/>
          </p:nvPr>
        </p:nvSpPr>
        <p:spPr>
          <a:xfrm>
            <a:off x="4441882" y="201733"/>
            <a:ext cx="74859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128" name="Google Shape;128;p28"/>
          <p:cNvSpPr txBox="1"/>
          <p:nvPr>
            <p:ph idx="3" type="body"/>
          </p:nvPr>
        </p:nvSpPr>
        <p:spPr>
          <a:xfrm>
            <a:off x="4441882" y="1195600"/>
            <a:ext cx="7384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 Left Highlight – Dark Blue">
  <p:cSld name="CUSTOM_12">
    <p:bg>
      <p:bgPr>
        <a:solidFill>
          <a:schemeClr val="lt1"/>
        </a:solidFill>
      </p:bgPr>
    </p:bg>
    <p:spTree>
      <p:nvGrpSpPr>
        <p:cNvPr id="129" name="Shape 129"/>
        <p:cNvGrpSpPr/>
        <p:nvPr/>
      </p:nvGrpSpPr>
      <p:grpSpPr>
        <a:xfrm>
          <a:off x="0" y="0"/>
          <a:ext cx="0" cy="0"/>
          <a:chOff x="0" y="0"/>
          <a:chExt cx="0" cy="0"/>
        </a:xfrm>
      </p:grpSpPr>
      <p:sp>
        <p:nvSpPr>
          <p:cNvPr id="130" name="Google Shape;130;p29"/>
          <p:cNvSpPr/>
          <p:nvPr/>
        </p:nvSpPr>
        <p:spPr>
          <a:xfrm>
            <a:off x="0" y="0"/>
            <a:ext cx="4262400" cy="68580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9"/>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204ECF"/>
                </a:solidFill>
                <a:latin typeface="Proxima Nova"/>
                <a:ea typeface="Proxima Nova"/>
                <a:cs typeface="Proxima Nova"/>
                <a:sym typeface="Proxima Nova"/>
              </a:rPr>
              <a:t> </a:t>
            </a:r>
            <a:r>
              <a:rPr b="0" i="0" lang="en-US" sz="800" u="none" cap="none" strike="noStrike">
                <a:solidFill>
                  <a:srgbClr val="204ECF"/>
                </a:solidFill>
                <a:latin typeface="Proxima Nova"/>
                <a:ea typeface="Proxima Nova"/>
                <a:cs typeface="Proxima Nova"/>
                <a:sym typeface="Proxima Nova"/>
              </a:rPr>
              <a:t>Confidential </a:t>
            </a:r>
            <a:r>
              <a:rPr b="0" i="0" lang="en-US" sz="1100" u="none" cap="none" strike="noStrike">
                <a:solidFill>
                  <a:srgbClr val="204ECF"/>
                </a:solidFill>
                <a:latin typeface="Proxima Nova"/>
                <a:ea typeface="Proxima Nova"/>
                <a:cs typeface="Proxima Nova"/>
                <a:sym typeface="Proxima Nova"/>
              </a:rPr>
              <a:t> | </a:t>
            </a:r>
            <a:fld id="{00000000-1234-1234-1234-123412341234}" type="slidenum">
              <a:rPr b="0" i="0" lang="en-US" sz="1100" u="none" cap="none" strike="noStrike">
                <a:solidFill>
                  <a:srgbClr val="204ECF"/>
                </a:solidFill>
                <a:latin typeface="Proxima Nova"/>
                <a:ea typeface="Proxima Nova"/>
                <a:cs typeface="Proxima Nova"/>
                <a:sym typeface="Proxima Nova"/>
              </a:rPr>
              <a:t>‹#›</a:t>
            </a:fld>
            <a:endParaRPr b="0" i="0" sz="1100" u="none" cap="none" strike="noStrike">
              <a:solidFill>
                <a:srgbClr val="204ECF"/>
              </a:solidFill>
              <a:latin typeface="Proxima Nova"/>
              <a:ea typeface="Proxima Nova"/>
              <a:cs typeface="Proxima Nova"/>
              <a:sym typeface="Proxima Nova"/>
            </a:endParaRPr>
          </a:p>
        </p:txBody>
      </p:sp>
      <p:pic>
        <p:nvPicPr>
          <p:cNvPr id="132" name="Google Shape;132;p29"/>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133" name="Google Shape;133;p29"/>
          <p:cNvSpPr txBox="1"/>
          <p:nvPr>
            <p:ph type="title"/>
          </p:nvPr>
        </p:nvSpPr>
        <p:spPr>
          <a:xfrm>
            <a:off x="264160" y="201733"/>
            <a:ext cx="37488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134" name="Google Shape;134;p29"/>
          <p:cNvSpPr txBox="1"/>
          <p:nvPr>
            <p:ph idx="1" type="body"/>
          </p:nvPr>
        </p:nvSpPr>
        <p:spPr>
          <a:xfrm>
            <a:off x="264160" y="1195600"/>
            <a:ext cx="36303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
        <p:nvSpPr>
          <p:cNvPr id="135" name="Google Shape;135;p29"/>
          <p:cNvSpPr txBox="1"/>
          <p:nvPr>
            <p:ph idx="2" type="title"/>
          </p:nvPr>
        </p:nvSpPr>
        <p:spPr>
          <a:xfrm>
            <a:off x="4441882" y="201733"/>
            <a:ext cx="74859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136" name="Google Shape;136;p29"/>
          <p:cNvSpPr txBox="1"/>
          <p:nvPr>
            <p:ph idx="3" type="body"/>
          </p:nvPr>
        </p:nvSpPr>
        <p:spPr>
          <a:xfrm>
            <a:off x="4441882" y="1195600"/>
            <a:ext cx="7384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 Left Highlight – Dark Gray">
  <p:cSld name="CUSTOM_13">
    <p:bg>
      <p:bgPr>
        <a:solidFill>
          <a:schemeClr val="lt1"/>
        </a:solidFill>
      </p:bgPr>
    </p:bg>
    <p:spTree>
      <p:nvGrpSpPr>
        <p:cNvPr id="137" name="Shape 137"/>
        <p:cNvGrpSpPr/>
        <p:nvPr/>
      </p:nvGrpSpPr>
      <p:grpSpPr>
        <a:xfrm>
          <a:off x="0" y="0"/>
          <a:ext cx="0" cy="0"/>
          <a:chOff x="0" y="0"/>
          <a:chExt cx="0" cy="0"/>
        </a:xfrm>
      </p:grpSpPr>
      <p:sp>
        <p:nvSpPr>
          <p:cNvPr id="138" name="Google Shape;138;p30"/>
          <p:cNvSpPr/>
          <p:nvPr/>
        </p:nvSpPr>
        <p:spPr>
          <a:xfrm>
            <a:off x="0" y="0"/>
            <a:ext cx="42624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30"/>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204ECF"/>
                </a:solidFill>
                <a:latin typeface="Proxima Nova"/>
                <a:ea typeface="Proxima Nova"/>
                <a:cs typeface="Proxima Nova"/>
                <a:sym typeface="Proxima Nova"/>
              </a:rPr>
              <a:t> </a:t>
            </a:r>
            <a:r>
              <a:rPr b="0" i="0" lang="en-US" sz="800" u="none" cap="none" strike="noStrike">
                <a:solidFill>
                  <a:srgbClr val="204ECF"/>
                </a:solidFill>
                <a:latin typeface="Proxima Nova"/>
                <a:ea typeface="Proxima Nova"/>
                <a:cs typeface="Proxima Nova"/>
                <a:sym typeface="Proxima Nova"/>
              </a:rPr>
              <a:t>Confidential </a:t>
            </a:r>
            <a:r>
              <a:rPr b="0" i="0" lang="en-US" sz="1100" u="none" cap="none" strike="noStrike">
                <a:solidFill>
                  <a:srgbClr val="204ECF"/>
                </a:solidFill>
                <a:latin typeface="Proxima Nova"/>
                <a:ea typeface="Proxima Nova"/>
                <a:cs typeface="Proxima Nova"/>
                <a:sym typeface="Proxima Nova"/>
              </a:rPr>
              <a:t> | </a:t>
            </a:r>
            <a:fld id="{00000000-1234-1234-1234-123412341234}" type="slidenum">
              <a:rPr b="0" i="0" lang="en-US" sz="1100" u="none" cap="none" strike="noStrike">
                <a:solidFill>
                  <a:srgbClr val="204ECF"/>
                </a:solidFill>
                <a:latin typeface="Proxima Nova"/>
                <a:ea typeface="Proxima Nova"/>
                <a:cs typeface="Proxima Nova"/>
                <a:sym typeface="Proxima Nova"/>
              </a:rPr>
              <a:t>‹#›</a:t>
            </a:fld>
            <a:endParaRPr b="0" i="0" sz="1100" u="none" cap="none" strike="noStrike">
              <a:solidFill>
                <a:srgbClr val="204ECF"/>
              </a:solidFill>
              <a:latin typeface="Proxima Nova"/>
              <a:ea typeface="Proxima Nova"/>
              <a:cs typeface="Proxima Nova"/>
              <a:sym typeface="Proxima Nova"/>
            </a:endParaRPr>
          </a:p>
        </p:txBody>
      </p:sp>
      <p:pic>
        <p:nvPicPr>
          <p:cNvPr id="140" name="Google Shape;140;p30"/>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141" name="Google Shape;141;p30"/>
          <p:cNvSpPr txBox="1"/>
          <p:nvPr>
            <p:ph type="title"/>
          </p:nvPr>
        </p:nvSpPr>
        <p:spPr>
          <a:xfrm>
            <a:off x="264160" y="201733"/>
            <a:ext cx="37488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142" name="Google Shape;142;p30"/>
          <p:cNvSpPr txBox="1"/>
          <p:nvPr>
            <p:ph idx="1" type="body"/>
          </p:nvPr>
        </p:nvSpPr>
        <p:spPr>
          <a:xfrm>
            <a:off x="264160" y="1195600"/>
            <a:ext cx="36303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
        <p:nvSpPr>
          <p:cNvPr id="143" name="Google Shape;143;p30"/>
          <p:cNvSpPr txBox="1"/>
          <p:nvPr>
            <p:ph idx="2" type="title"/>
          </p:nvPr>
        </p:nvSpPr>
        <p:spPr>
          <a:xfrm>
            <a:off x="4441882" y="201733"/>
            <a:ext cx="74859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144" name="Google Shape;144;p30"/>
          <p:cNvSpPr txBox="1"/>
          <p:nvPr>
            <p:ph idx="3" type="body"/>
          </p:nvPr>
        </p:nvSpPr>
        <p:spPr>
          <a:xfrm>
            <a:off x="4441882" y="1195600"/>
            <a:ext cx="7384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 Left Highlight – Light Gray">
  <p:cSld name="CUSTOM_14">
    <p:bg>
      <p:bgPr>
        <a:solidFill>
          <a:schemeClr val="lt1"/>
        </a:solidFill>
      </p:bgPr>
    </p:bg>
    <p:spTree>
      <p:nvGrpSpPr>
        <p:cNvPr id="145" name="Shape 145"/>
        <p:cNvGrpSpPr/>
        <p:nvPr/>
      </p:nvGrpSpPr>
      <p:grpSpPr>
        <a:xfrm>
          <a:off x="0" y="0"/>
          <a:ext cx="0" cy="0"/>
          <a:chOff x="0" y="0"/>
          <a:chExt cx="0" cy="0"/>
        </a:xfrm>
      </p:grpSpPr>
      <p:sp>
        <p:nvSpPr>
          <p:cNvPr id="146" name="Google Shape;146;p31"/>
          <p:cNvSpPr/>
          <p:nvPr/>
        </p:nvSpPr>
        <p:spPr>
          <a:xfrm>
            <a:off x="0" y="0"/>
            <a:ext cx="42624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1"/>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204ECF"/>
                </a:solidFill>
                <a:latin typeface="Proxima Nova"/>
                <a:ea typeface="Proxima Nova"/>
                <a:cs typeface="Proxima Nova"/>
                <a:sym typeface="Proxima Nova"/>
              </a:rPr>
              <a:t> </a:t>
            </a:r>
            <a:r>
              <a:rPr b="0" i="0" lang="en-US" sz="800" u="none" cap="none" strike="noStrike">
                <a:solidFill>
                  <a:srgbClr val="204ECF"/>
                </a:solidFill>
                <a:latin typeface="Proxima Nova"/>
                <a:ea typeface="Proxima Nova"/>
                <a:cs typeface="Proxima Nova"/>
                <a:sym typeface="Proxima Nova"/>
              </a:rPr>
              <a:t>Confidential </a:t>
            </a:r>
            <a:r>
              <a:rPr b="0" i="0" lang="en-US" sz="1100" u="none" cap="none" strike="noStrike">
                <a:solidFill>
                  <a:srgbClr val="204ECF"/>
                </a:solidFill>
                <a:latin typeface="Proxima Nova"/>
                <a:ea typeface="Proxima Nova"/>
                <a:cs typeface="Proxima Nova"/>
                <a:sym typeface="Proxima Nova"/>
              </a:rPr>
              <a:t> | </a:t>
            </a:r>
            <a:fld id="{00000000-1234-1234-1234-123412341234}" type="slidenum">
              <a:rPr b="0" i="0" lang="en-US" sz="1100" u="none" cap="none" strike="noStrike">
                <a:solidFill>
                  <a:srgbClr val="204ECF"/>
                </a:solidFill>
                <a:latin typeface="Proxima Nova"/>
                <a:ea typeface="Proxima Nova"/>
                <a:cs typeface="Proxima Nova"/>
                <a:sym typeface="Proxima Nova"/>
              </a:rPr>
              <a:t>‹#›</a:t>
            </a:fld>
            <a:endParaRPr b="0" i="0" sz="1100" u="none" cap="none" strike="noStrike">
              <a:solidFill>
                <a:srgbClr val="204ECF"/>
              </a:solidFill>
              <a:latin typeface="Proxima Nova"/>
              <a:ea typeface="Proxima Nova"/>
              <a:cs typeface="Proxima Nova"/>
              <a:sym typeface="Proxima Nova"/>
            </a:endParaRPr>
          </a:p>
        </p:txBody>
      </p:sp>
      <p:sp>
        <p:nvSpPr>
          <p:cNvPr id="148" name="Google Shape;148;p31"/>
          <p:cNvSpPr txBox="1"/>
          <p:nvPr>
            <p:ph type="title"/>
          </p:nvPr>
        </p:nvSpPr>
        <p:spPr>
          <a:xfrm>
            <a:off x="264160" y="201733"/>
            <a:ext cx="37488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149" name="Google Shape;149;p31"/>
          <p:cNvSpPr txBox="1"/>
          <p:nvPr>
            <p:ph idx="1" type="body"/>
          </p:nvPr>
        </p:nvSpPr>
        <p:spPr>
          <a:xfrm>
            <a:off x="264160" y="1195600"/>
            <a:ext cx="36303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
        <p:nvSpPr>
          <p:cNvPr id="150" name="Google Shape;150;p31"/>
          <p:cNvSpPr txBox="1"/>
          <p:nvPr>
            <p:ph idx="2" type="title"/>
          </p:nvPr>
        </p:nvSpPr>
        <p:spPr>
          <a:xfrm>
            <a:off x="4441882" y="201733"/>
            <a:ext cx="74859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151" name="Google Shape;151;p31"/>
          <p:cNvSpPr txBox="1"/>
          <p:nvPr>
            <p:ph idx="3" type="body"/>
          </p:nvPr>
        </p:nvSpPr>
        <p:spPr>
          <a:xfrm>
            <a:off x="4441882" y="1195600"/>
            <a:ext cx="7384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pic>
        <p:nvPicPr>
          <p:cNvPr id="152" name="Google Shape;152;p31"/>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 – Blank – White">
  <p:cSld name="CUSTOM_1_1_1_1_4_1">
    <p:bg>
      <p:bgPr>
        <a:solidFill>
          <a:srgbClr val="FFFFFF"/>
        </a:solidFill>
      </p:bgPr>
    </p:bg>
    <p:spTree>
      <p:nvGrpSpPr>
        <p:cNvPr id="153" name="Shape 153"/>
        <p:cNvGrpSpPr/>
        <p:nvPr/>
      </p:nvGrpSpPr>
      <p:grpSpPr>
        <a:xfrm>
          <a:off x="0" y="0"/>
          <a:ext cx="0" cy="0"/>
          <a:chOff x="0" y="0"/>
          <a:chExt cx="0" cy="0"/>
        </a:xfrm>
      </p:grpSpPr>
      <p:sp>
        <p:nvSpPr>
          <p:cNvPr id="154" name="Google Shape;154;p32"/>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204ECF"/>
                </a:solidFill>
                <a:latin typeface="Proxima Nova"/>
                <a:ea typeface="Proxima Nova"/>
                <a:cs typeface="Proxima Nova"/>
                <a:sym typeface="Proxima Nova"/>
              </a:rPr>
              <a:t> </a:t>
            </a:r>
            <a:r>
              <a:rPr b="0" i="0" lang="en-US" sz="800" u="none" cap="none" strike="noStrike">
                <a:solidFill>
                  <a:srgbClr val="204ECF"/>
                </a:solidFill>
                <a:latin typeface="Proxima Nova"/>
                <a:ea typeface="Proxima Nova"/>
                <a:cs typeface="Proxima Nova"/>
                <a:sym typeface="Proxima Nova"/>
              </a:rPr>
              <a:t>Confidential </a:t>
            </a:r>
            <a:r>
              <a:rPr b="0" i="0" lang="en-US" sz="1100" u="none" cap="none" strike="noStrike">
                <a:solidFill>
                  <a:srgbClr val="204ECF"/>
                </a:solidFill>
                <a:latin typeface="Proxima Nova"/>
                <a:ea typeface="Proxima Nova"/>
                <a:cs typeface="Proxima Nova"/>
                <a:sym typeface="Proxima Nova"/>
              </a:rPr>
              <a:t> | </a:t>
            </a:r>
            <a:fld id="{00000000-1234-1234-1234-123412341234}" type="slidenum">
              <a:rPr b="0" i="0" lang="en-US" sz="1100" u="none" cap="none" strike="noStrike">
                <a:solidFill>
                  <a:srgbClr val="204ECF"/>
                </a:solidFill>
                <a:latin typeface="Proxima Nova"/>
                <a:ea typeface="Proxima Nova"/>
                <a:cs typeface="Proxima Nova"/>
                <a:sym typeface="Proxima Nova"/>
              </a:rPr>
              <a:t>‹#›</a:t>
            </a:fld>
            <a:endParaRPr b="0" i="0" sz="1100" u="none" cap="none" strike="noStrike">
              <a:solidFill>
                <a:srgbClr val="204ECF"/>
              </a:solidFill>
              <a:latin typeface="Proxima Nova"/>
              <a:ea typeface="Proxima Nova"/>
              <a:cs typeface="Proxima Nova"/>
              <a:sym typeface="Proxima Nova"/>
            </a:endParaRPr>
          </a:p>
        </p:txBody>
      </p:sp>
      <p:pic>
        <p:nvPicPr>
          <p:cNvPr id="155" name="Google Shape;155;p32"/>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 – Blank – Blue">
  <p:cSld name="CUSTOM_1_1_1_1_4_1_1">
    <p:bg>
      <p:bgPr>
        <a:solidFill>
          <a:srgbClr val="1A54CD"/>
        </a:solidFill>
      </p:bgPr>
    </p:bg>
    <p:spTree>
      <p:nvGrpSpPr>
        <p:cNvPr id="156" name="Shape 156"/>
        <p:cNvGrpSpPr/>
        <p:nvPr/>
      </p:nvGrpSpPr>
      <p:grpSpPr>
        <a:xfrm>
          <a:off x="0" y="0"/>
          <a:ext cx="0" cy="0"/>
          <a:chOff x="0" y="0"/>
          <a:chExt cx="0" cy="0"/>
        </a:xfrm>
      </p:grpSpPr>
      <p:sp>
        <p:nvSpPr>
          <p:cNvPr id="157" name="Google Shape;157;p33"/>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158" name="Google Shape;158;p33"/>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Tree>
  </p:cSld>
  <p:clrMapOvr>
    <a:masterClrMapping/>
  </p:clrMapOvr>
  <p:extLst>
    <p:ext uri="{DCECCB84-F9BA-43D5-87BE-67443E8EF086}">
      <p15:sldGuideLst>
        <p15:guide id="1" pos="230">
          <p15:clr>
            <a:srgbClr val="FA7B17"/>
          </p15:clr>
        </p15:guide>
        <p15:guide id="2" orient="horz" pos="192">
          <p15:clr>
            <a:srgbClr val="FA7B17"/>
          </p15:clr>
        </p15:guide>
        <p15:guide id="3" orient="horz" pos="4147">
          <p15:clr>
            <a:srgbClr val="FA7B17"/>
          </p15:clr>
        </p15:guide>
        <p15:guide id="4" pos="7449">
          <p15:clr>
            <a:srgbClr val="FA7B17"/>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 – Blank – Med Blue">
  <p:cSld name="CUSTOM_1_1_1_1_4_1_1_2">
    <p:bg>
      <p:bgPr>
        <a:solidFill>
          <a:srgbClr val="183A9E"/>
        </a:solidFill>
      </p:bgPr>
    </p:bg>
    <p:spTree>
      <p:nvGrpSpPr>
        <p:cNvPr id="159" name="Shape 159"/>
        <p:cNvGrpSpPr/>
        <p:nvPr/>
      </p:nvGrpSpPr>
      <p:grpSpPr>
        <a:xfrm>
          <a:off x="0" y="0"/>
          <a:ext cx="0" cy="0"/>
          <a:chOff x="0" y="0"/>
          <a:chExt cx="0" cy="0"/>
        </a:xfrm>
      </p:grpSpPr>
      <p:sp>
        <p:nvSpPr>
          <p:cNvPr id="160" name="Google Shape;160;p34"/>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161" name="Google Shape;161;p34"/>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 – Blank – Dark Blue">
  <p:cSld name="CUSTOM_1_1_1_1_4_1_1_2_1">
    <p:bg>
      <p:bgPr>
        <a:solidFill>
          <a:srgbClr val="0F256E"/>
        </a:solidFill>
      </p:bgPr>
    </p:bg>
    <p:spTree>
      <p:nvGrpSpPr>
        <p:cNvPr id="162" name="Shape 162"/>
        <p:cNvGrpSpPr/>
        <p:nvPr/>
      </p:nvGrpSpPr>
      <p:grpSpPr>
        <a:xfrm>
          <a:off x="0" y="0"/>
          <a:ext cx="0" cy="0"/>
          <a:chOff x="0" y="0"/>
          <a:chExt cx="0" cy="0"/>
        </a:xfrm>
      </p:grpSpPr>
      <p:sp>
        <p:nvSpPr>
          <p:cNvPr id="163" name="Google Shape;163;p35"/>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164" name="Google Shape;164;p35"/>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 – Blank – Dark Grey">
  <p:cSld name="CUSTOM_1_1_1_1_4_1_1_1">
    <p:bg>
      <p:bgPr>
        <a:solidFill>
          <a:srgbClr val="262D3D"/>
        </a:solidFill>
      </p:bgPr>
    </p:bg>
    <p:spTree>
      <p:nvGrpSpPr>
        <p:cNvPr id="165" name="Shape 165"/>
        <p:cNvGrpSpPr/>
        <p:nvPr/>
      </p:nvGrpSpPr>
      <p:grpSpPr>
        <a:xfrm>
          <a:off x="0" y="0"/>
          <a:ext cx="0" cy="0"/>
          <a:chOff x="0" y="0"/>
          <a:chExt cx="0" cy="0"/>
        </a:xfrm>
      </p:grpSpPr>
      <p:sp>
        <p:nvSpPr>
          <p:cNvPr id="166" name="Google Shape;166;p36"/>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167" name="Google Shape;167;p36"/>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 – Right Highlight – Blue">
  <p:cSld name="CUSTOM_1_1_1_1_4_1_1_1_1">
    <p:bg>
      <p:bgPr>
        <a:solidFill>
          <a:schemeClr val="lt1"/>
        </a:solidFill>
      </p:bgPr>
    </p:bg>
    <p:spTree>
      <p:nvGrpSpPr>
        <p:cNvPr id="168" name="Shape 168"/>
        <p:cNvGrpSpPr/>
        <p:nvPr/>
      </p:nvGrpSpPr>
      <p:grpSpPr>
        <a:xfrm>
          <a:off x="0" y="0"/>
          <a:ext cx="0" cy="0"/>
          <a:chOff x="0" y="0"/>
          <a:chExt cx="0" cy="0"/>
        </a:xfrm>
      </p:grpSpPr>
      <p:sp>
        <p:nvSpPr>
          <p:cNvPr id="169" name="Google Shape;169;p37"/>
          <p:cNvSpPr/>
          <p:nvPr/>
        </p:nvSpPr>
        <p:spPr>
          <a:xfrm>
            <a:off x="7310372" y="333"/>
            <a:ext cx="4881600" cy="6858000"/>
          </a:xfrm>
          <a:prstGeom prst="rect">
            <a:avLst/>
          </a:pr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roxima Nova"/>
              <a:ea typeface="Proxima Nova"/>
              <a:cs typeface="Proxima Nova"/>
              <a:sym typeface="Proxima Nova"/>
            </a:endParaRPr>
          </a:p>
        </p:txBody>
      </p:sp>
      <p:sp>
        <p:nvSpPr>
          <p:cNvPr id="170" name="Google Shape;170;p37"/>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171" name="Google Shape;171;p37"/>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
        <p:nvSpPr>
          <p:cNvPr id="172" name="Google Shape;172;p37"/>
          <p:cNvSpPr txBox="1"/>
          <p:nvPr>
            <p:ph type="title"/>
          </p:nvPr>
        </p:nvSpPr>
        <p:spPr>
          <a:xfrm>
            <a:off x="264160" y="201733"/>
            <a:ext cx="68097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173" name="Google Shape;173;p37"/>
          <p:cNvSpPr txBox="1"/>
          <p:nvPr>
            <p:ph idx="1" type="body"/>
          </p:nvPr>
        </p:nvSpPr>
        <p:spPr>
          <a:xfrm>
            <a:off x="264160" y="1195600"/>
            <a:ext cx="68097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
        <p:nvSpPr>
          <p:cNvPr id="174" name="Google Shape;174;p37"/>
          <p:cNvSpPr txBox="1"/>
          <p:nvPr>
            <p:ph idx="2" type="title"/>
          </p:nvPr>
        </p:nvSpPr>
        <p:spPr>
          <a:xfrm>
            <a:off x="7546832" y="201733"/>
            <a:ext cx="43806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175" name="Google Shape;175;p37"/>
          <p:cNvSpPr txBox="1"/>
          <p:nvPr>
            <p:ph idx="3" type="body"/>
          </p:nvPr>
        </p:nvSpPr>
        <p:spPr>
          <a:xfrm>
            <a:off x="7546832" y="1195600"/>
            <a:ext cx="4279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 – Right Highlight – Med Blue">
  <p:cSld name="CUSTOM_1_1_1_1_4_1_1_1_1_4">
    <p:bg>
      <p:bgPr>
        <a:solidFill>
          <a:schemeClr val="lt1"/>
        </a:solidFill>
      </p:bgPr>
    </p:bg>
    <p:spTree>
      <p:nvGrpSpPr>
        <p:cNvPr id="176" name="Shape 176"/>
        <p:cNvGrpSpPr/>
        <p:nvPr/>
      </p:nvGrpSpPr>
      <p:grpSpPr>
        <a:xfrm>
          <a:off x="0" y="0"/>
          <a:ext cx="0" cy="0"/>
          <a:chOff x="0" y="0"/>
          <a:chExt cx="0" cy="0"/>
        </a:xfrm>
      </p:grpSpPr>
      <p:sp>
        <p:nvSpPr>
          <p:cNvPr id="177" name="Google Shape;177;p38"/>
          <p:cNvSpPr/>
          <p:nvPr/>
        </p:nvSpPr>
        <p:spPr>
          <a:xfrm>
            <a:off x="7310372" y="333"/>
            <a:ext cx="4881600" cy="6858000"/>
          </a:xfrm>
          <a:prstGeom prst="rect">
            <a:avLst/>
          </a:prstGeom>
          <a:solidFill>
            <a:schemeClr val="accen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roxima Nova"/>
              <a:ea typeface="Proxima Nova"/>
              <a:cs typeface="Proxima Nova"/>
              <a:sym typeface="Proxima Nova"/>
            </a:endParaRPr>
          </a:p>
        </p:txBody>
      </p:sp>
      <p:sp>
        <p:nvSpPr>
          <p:cNvPr id="178" name="Google Shape;178;p38"/>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179" name="Google Shape;179;p38"/>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
        <p:nvSpPr>
          <p:cNvPr id="180" name="Google Shape;180;p38"/>
          <p:cNvSpPr txBox="1"/>
          <p:nvPr>
            <p:ph type="title"/>
          </p:nvPr>
        </p:nvSpPr>
        <p:spPr>
          <a:xfrm>
            <a:off x="264160" y="201733"/>
            <a:ext cx="68097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181" name="Google Shape;181;p38"/>
          <p:cNvSpPr txBox="1"/>
          <p:nvPr>
            <p:ph idx="1" type="body"/>
          </p:nvPr>
        </p:nvSpPr>
        <p:spPr>
          <a:xfrm>
            <a:off x="264160" y="1195600"/>
            <a:ext cx="68097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
        <p:nvSpPr>
          <p:cNvPr id="182" name="Google Shape;182;p38"/>
          <p:cNvSpPr txBox="1"/>
          <p:nvPr>
            <p:ph idx="2" type="title"/>
          </p:nvPr>
        </p:nvSpPr>
        <p:spPr>
          <a:xfrm>
            <a:off x="7546832" y="201733"/>
            <a:ext cx="43806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183" name="Google Shape;183;p38"/>
          <p:cNvSpPr txBox="1"/>
          <p:nvPr>
            <p:ph idx="3" type="body"/>
          </p:nvPr>
        </p:nvSpPr>
        <p:spPr>
          <a:xfrm>
            <a:off x="7546832" y="1195600"/>
            <a:ext cx="4279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 – Right Highlight – Dark Blue">
  <p:cSld name="CUSTOM_1_1_1_1_4_1_1_1_1_3">
    <p:bg>
      <p:bgPr>
        <a:solidFill>
          <a:schemeClr val="lt1"/>
        </a:solidFill>
      </p:bgPr>
    </p:bg>
    <p:spTree>
      <p:nvGrpSpPr>
        <p:cNvPr id="184" name="Shape 184"/>
        <p:cNvGrpSpPr/>
        <p:nvPr/>
      </p:nvGrpSpPr>
      <p:grpSpPr>
        <a:xfrm>
          <a:off x="0" y="0"/>
          <a:ext cx="0" cy="0"/>
          <a:chOff x="0" y="0"/>
          <a:chExt cx="0" cy="0"/>
        </a:xfrm>
      </p:grpSpPr>
      <p:pic>
        <p:nvPicPr>
          <p:cNvPr id="185" name="Google Shape;185;p39"/>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186" name="Google Shape;186;p39"/>
          <p:cNvSpPr/>
          <p:nvPr/>
        </p:nvSpPr>
        <p:spPr>
          <a:xfrm>
            <a:off x="7310372" y="333"/>
            <a:ext cx="4881600" cy="68580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roxima Nova"/>
              <a:ea typeface="Proxima Nova"/>
              <a:cs typeface="Proxima Nova"/>
              <a:sym typeface="Proxima Nova"/>
            </a:endParaRPr>
          </a:p>
        </p:txBody>
      </p:sp>
      <p:sp>
        <p:nvSpPr>
          <p:cNvPr id="187" name="Google Shape;187;p39"/>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188" name="Google Shape;188;p39"/>
          <p:cNvPicPr preferRelativeResize="0"/>
          <p:nvPr/>
        </p:nvPicPr>
        <p:blipFill rotWithShape="1">
          <a:blip r:embed="rId3">
            <a:alphaModFix/>
          </a:blip>
          <a:srcRect b="0" l="229" r="229" t="0"/>
          <a:stretch/>
        </p:blipFill>
        <p:spPr>
          <a:xfrm>
            <a:off x="264160" y="6350765"/>
            <a:ext cx="165162" cy="232879"/>
          </a:xfrm>
          <a:prstGeom prst="rect">
            <a:avLst/>
          </a:prstGeom>
          <a:noFill/>
          <a:ln>
            <a:noFill/>
          </a:ln>
        </p:spPr>
      </p:pic>
      <p:sp>
        <p:nvSpPr>
          <p:cNvPr id="189" name="Google Shape;189;p39"/>
          <p:cNvSpPr txBox="1"/>
          <p:nvPr>
            <p:ph type="title"/>
          </p:nvPr>
        </p:nvSpPr>
        <p:spPr>
          <a:xfrm>
            <a:off x="264160" y="201733"/>
            <a:ext cx="68097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190" name="Google Shape;190;p39"/>
          <p:cNvSpPr txBox="1"/>
          <p:nvPr>
            <p:ph idx="1" type="body"/>
          </p:nvPr>
        </p:nvSpPr>
        <p:spPr>
          <a:xfrm>
            <a:off x="264160" y="1195600"/>
            <a:ext cx="68097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
        <p:nvSpPr>
          <p:cNvPr id="191" name="Google Shape;191;p39"/>
          <p:cNvSpPr txBox="1"/>
          <p:nvPr>
            <p:ph idx="2" type="title"/>
          </p:nvPr>
        </p:nvSpPr>
        <p:spPr>
          <a:xfrm>
            <a:off x="7546832" y="201733"/>
            <a:ext cx="43806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5"/>
              </a:buClr>
              <a:buSzPts val="2700"/>
              <a:buFont typeface="Proxima Nova"/>
              <a:buNone/>
              <a:defRPr b="0" i="0" sz="2700" u="none" cap="none" strike="noStrike">
                <a:solidFill>
                  <a:schemeClr val="accent5"/>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2pPr>
            <a:lvl3pPr lvl="2"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3pPr>
            <a:lvl4pPr lvl="3"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4pPr>
            <a:lvl5pPr lvl="4"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5pPr>
            <a:lvl6pPr lvl="5"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6pPr>
            <a:lvl7pPr lvl="6"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7pPr>
            <a:lvl8pPr lvl="7"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8pPr>
            <a:lvl9pPr lvl="8"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9pPr>
          </a:lstStyle>
          <a:p/>
        </p:txBody>
      </p:sp>
      <p:sp>
        <p:nvSpPr>
          <p:cNvPr id="192" name="Google Shape;192;p39"/>
          <p:cNvSpPr txBox="1"/>
          <p:nvPr>
            <p:ph idx="3" type="body"/>
          </p:nvPr>
        </p:nvSpPr>
        <p:spPr>
          <a:xfrm>
            <a:off x="7546832" y="1195600"/>
            <a:ext cx="4279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 – Right Highlight – Dark Gray">
  <p:cSld name="CUSTOM_1_1_1_1_4_1_1_1_1_2">
    <p:bg>
      <p:bgPr>
        <a:solidFill>
          <a:schemeClr val="lt1"/>
        </a:solidFill>
      </p:bgPr>
    </p:bg>
    <p:spTree>
      <p:nvGrpSpPr>
        <p:cNvPr id="193" name="Shape 193"/>
        <p:cNvGrpSpPr/>
        <p:nvPr/>
      </p:nvGrpSpPr>
      <p:grpSpPr>
        <a:xfrm>
          <a:off x="0" y="0"/>
          <a:ext cx="0" cy="0"/>
          <a:chOff x="0" y="0"/>
          <a:chExt cx="0" cy="0"/>
        </a:xfrm>
      </p:grpSpPr>
      <p:sp>
        <p:nvSpPr>
          <p:cNvPr id="194" name="Google Shape;194;p40"/>
          <p:cNvSpPr/>
          <p:nvPr/>
        </p:nvSpPr>
        <p:spPr>
          <a:xfrm>
            <a:off x="7310372" y="333"/>
            <a:ext cx="48816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roxima Nova"/>
              <a:ea typeface="Proxima Nova"/>
              <a:cs typeface="Proxima Nova"/>
              <a:sym typeface="Proxima Nova"/>
            </a:endParaRPr>
          </a:p>
        </p:txBody>
      </p:sp>
      <p:sp>
        <p:nvSpPr>
          <p:cNvPr id="195" name="Google Shape;195;p40"/>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196" name="Google Shape;196;p40"/>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
        <p:nvSpPr>
          <p:cNvPr id="197" name="Google Shape;197;p40"/>
          <p:cNvSpPr txBox="1"/>
          <p:nvPr>
            <p:ph type="title"/>
          </p:nvPr>
        </p:nvSpPr>
        <p:spPr>
          <a:xfrm>
            <a:off x="264160" y="201733"/>
            <a:ext cx="68097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198" name="Google Shape;198;p40"/>
          <p:cNvSpPr txBox="1"/>
          <p:nvPr>
            <p:ph idx="1" type="body"/>
          </p:nvPr>
        </p:nvSpPr>
        <p:spPr>
          <a:xfrm>
            <a:off x="264160" y="1195600"/>
            <a:ext cx="68097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
        <p:nvSpPr>
          <p:cNvPr id="199" name="Google Shape;199;p40"/>
          <p:cNvSpPr txBox="1"/>
          <p:nvPr>
            <p:ph idx="2" type="title"/>
          </p:nvPr>
        </p:nvSpPr>
        <p:spPr>
          <a:xfrm>
            <a:off x="7546832" y="201733"/>
            <a:ext cx="43806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5"/>
              </a:buClr>
              <a:buSzPts val="2700"/>
              <a:buFont typeface="Proxima Nova"/>
              <a:buNone/>
              <a:defRPr b="0" i="0" sz="2700" u="none" cap="none" strike="noStrike">
                <a:solidFill>
                  <a:schemeClr val="accent5"/>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2pPr>
            <a:lvl3pPr lvl="2"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3pPr>
            <a:lvl4pPr lvl="3"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4pPr>
            <a:lvl5pPr lvl="4"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5pPr>
            <a:lvl6pPr lvl="5"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6pPr>
            <a:lvl7pPr lvl="6"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7pPr>
            <a:lvl8pPr lvl="7"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8pPr>
            <a:lvl9pPr lvl="8"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9pPr>
          </a:lstStyle>
          <a:p/>
        </p:txBody>
      </p:sp>
      <p:sp>
        <p:nvSpPr>
          <p:cNvPr id="200" name="Google Shape;200;p40"/>
          <p:cNvSpPr txBox="1"/>
          <p:nvPr>
            <p:ph idx="3" type="body"/>
          </p:nvPr>
        </p:nvSpPr>
        <p:spPr>
          <a:xfrm>
            <a:off x="7546832" y="1195600"/>
            <a:ext cx="4279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 – Right Highlight – Light Gray">
  <p:cSld name="CUSTOM_1_1_1_1_4_1_1_1_1_1">
    <p:bg>
      <p:bgPr>
        <a:solidFill>
          <a:schemeClr val="lt1"/>
        </a:solidFill>
      </p:bgPr>
    </p:bg>
    <p:spTree>
      <p:nvGrpSpPr>
        <p:cNvPr id="201" name="Shape 201"/>
        <p:cNvGrpSpPr/>
        <p:nvPr/>
      </p:nvGrpSpPr>
      <p:grpSpPr>
        <a:xfrm>
          <a:off x="0" y="0"/>
          <a:ext cx="0" cy="0"/>
          <a:chOff x="0" y="0"/>
          <a:chExt cx="0" cy="0"/>
        </a:xfrm>
      </p:grpSpPr>
      <p:sp>
        <p:nvSpPr>
          <p:cNvPr id="202" name="Google Shape;202;p41"/>
          <p:cNvSpPr/>
          <p:nvPr/>
        </p:nvSpPr>
        <p:spPr>
          <a:xfrm>
            <a:off x="7310372" y="333"/>
            <a:ext cx="48816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roxima Nova"/>
              <a:ea typeface="Proxima Nova"/>
              <a:cs typeface="Proxima Nova"/>
              <a:sym typeface="Proxima Nova"/>
            </a:endParaRPr>
          </a:p>
        </p:txBody>
      </p:sp>
      <p:sp>
        <p:nvSpPr>
          <p:cNvPr id="203" name="Google Shape;203;p41"/>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204" name="Google Shape;204;p41"/>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
        <p:nvSpPr>
          <p:cNvPr id="205" name="Google Shape;205;p41"/>
          <p:cNvSpPr txBox="1"/>
          <p:nvPr>
            <p:ph type="title"/>
          </p:nvPr>
        </p:nvSpPr>
        <p:spPr>
          <a:xfrm>
            <a:off x="264160" y="201733"/>
            <a:ext cx="68097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206" name="Google Shape;206;p41"/>
          <p:cNvSpPr txBox="1"/>
          <p:nvPr>
            <p:ph idx="1" type="body"/>
          </p:nvPr>
        </p:nvSpPr>
        <p:spPr>
          <a:xfrm>
            <a:off x="264160" y="1195600"/>
            <a:ext cx="68097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
        <p:nvSpPr>
          <p:cNvPr id="207" name="Google Shape;207;p41"/>
          <p:cNvSpPr txBox="1"/>
          <p:nvPr>
            <p:ph idx="2" type="title"/>
          </p:nvPr>
        </p:nvSpPr>
        <p:spPr>
          <a:xfrm>
            <a:off x="7546832" y="201733"/>
            <a:ext cx="43806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208" name="Google Shape;208;p41"/>
          <p:cNvSpPr txBox="1"/>
          <p:nvPr>
            <p:ph idx="3" type="body"/>
          </p:nvPr>
        </p:nvSpPr>
        <p:spPr>
          <a:xfrm>
            <a:off x="7546832" y="1195600"/>
            <a:ext cx="4279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 – Cover – Option 1">
  <p:cSld name="TITLE_1">
    <p:bg>
      <p:bgPr>
        <a:solidFill>
          <a:srgbClr val="0F256E"/>
        </a:solidFill>
      </p:bgPr>
    </p:bg>
    <p:spTree>
      <p:nvGrpSpPr>
        <p:cNvPr id="209" name="Shape 209"/>
        <p:cNvGrpSpPr/>
        <p:nvPr/>
      </p:nvGrpSpPr>
      <p:grpSpPr>
        <a:xfrm>
          <a:off x="0" y="0"/>
          <a:ext cx="0" cy="0"/>
          <a:chOff x="0" y="0"/>
          <a:chExt cx="0" cy="0"/>
        </a:xfrm>
      </p:grpSpPr>
      <p:pic>
        <p:nvPicPr>
          <p:cNvPr id="210" name="Google Shape;210;p42"/>
          <p:cNvPicPr preferRelativeResize="0"/>
          <p:nvPr/>
        </p:nvPicPr>
        <p:blipFill rotWithShape="1">
          <a:blip r:embed="rId2">
            <a:alphaModFix/>
          </a:blip>
          <a:srcRect b="0" l="0" r="0" t="0"/>
          <a:stretch/>
        </p:blipFill>
        <p:spPr>
          <a:xfrm>
            <a:off x="0" y="1674"/>
            <a:ext cx="12191676" cy="6854471"/>
          </a:xfrm>
          <a:prstGeom prst="rect">
            <a:avLst/>
          </a:prstGeom>
          <a:noFill/>
          <a:ln>
            <a:noFill/>
          </a:ln>
        </p:spPr>
      </p:pic>
      <p:pic>
        <p:nvPicPr>
          <p:cNvPr id="211" name="Google Shape;211;p42"/>
          <p:cNvPicPr preferRelativeResize="0"/>
          <p:nvPr/>
        </p:nvPicPr>
        <p:blipFill rotWithShape="1">
          <a:blip r:embed="rId3">
            <a:alphaModFix/>
          </a:blip>
          <a:srcRect b="0" l="0" r="0" t="0"/>
          <a:stretch/>
        </p:blipFill>
        <p:spPr>
          <a:xfrm>
            <a:off x="458221" y="558667"/>
            <a:ext cx="1574287" cy="447389"/>
          </a:xfrm>
          <a:prstGeom prst="rect">
            <a:avLst/>
          </a:prstGeom>
          <a:noFill/>
          <a:ln>
            <a:noFill/>
          </a:ln>
        </p:spPr>
      </p:pic>
      <p:sp>
        <p:nvSpPr>
          <p:cNvPr id="212" name="Google Shape;212;p42"/>
          <p:cNvSpPr txBox="1"/>
          <p:nvPr>
            <p:ph type="title"/>
          </p:nvPr>
        </p:nvSpPr>
        <p:spPr>
          <a:xfrm>
            <a:off x="365757" y="3578200"/>
            <a:ext cx="5307600" cy="14451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4000"/>
              <a:buFont typeface="Proxima Nova"/>
              <a:buNone/>
              <a:defRPr b="1" i="0" sz="40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p:txBody>
      </p:sp>
      <p:sp>
        <p:nvSpPr>
          <p:cNvPr id="213" name="Google Shape;213;p42"/>
          <p:cNvSpPr txBox="1"/>
          <p:nvPr>
            <p:ph idx="1" type="subTitle"/>
          </p:nvPr>
        </p:nvSpPr>
        <p:spPr>
          <a:xfrm>
            <a:off x="365757" y="4957700"/>
            <a:ext cx="5307600" cy="604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5"/>
              </a:buClr>
              <a:buSzPts val="1900"/>
              <a:buFont typeface="Proxima Nova"/>
              <a:buNone/>
              <a:defRPr b="1" i="0" sz="1900" u="none" cap="none" strike="noStrike">
                <a:solidFill>
                  <a:schemeClr val="accent5"/>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p:txBody>
      </p:sp>
      <p:cxnSp>
        <p:nvCxnSpPr>
          <p:cNvPr id="214" name="Google Shape;214;p42"/>
          <p:cNvCxnSpPr/>
          <p:nvPr/>
        </p:nvCxnSpPr>
        <p:spPr>
          <a:xfrm>
            <a:off x="458221" y="5667133"/>
            <a:ext cx="1155900" cy="0"/>
          </a:xfrm>
          <a:prstGeom prst="straightConnector1">
            <a:avLst/>
          </a:prstGeom>
          <a:noFill/>
          <a:ln cap="flat" cmpd="sng" w="12700">
            <a:solidFill>
              <a:schemeClr val="lt1"/>
            </a:solidFill>
            <a:prstDash val="solid"/>
            <a:round/>
            <a:headEnd len="sm" w="sm" type="none"/>
            <a:tailEnd len="sm" w="sm" type="none"/>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 – Cover – Option 2">
  <p:cSld name="TITLE_1_1_1">
    <p:bg>
      <p:bgPr>
        <a:solidFill>
          <a:srgbClr val="0F256E"/>
        </a:solidFill>
      </p:bgPr>
    </p:bg>
    <p:spTree>
      <p:nvGrpSpPr>
        <p:cNvPr id="215" name="Shape 215"/>
        <p:cNvGrpSpPr/>
        <p:nvPr/>
      </p:nvGrpSpPr>
      <p:grpSpPr>
        <a:xfrm>
          <a:off x="0" y="0"/>
          <a:ext cx="0" cy="0"/>
          <a:chOff x="0" y="0"/>
          <a:chExt cx="0" cy="0"/>
        </a:xfrm>
      </p:grpSpPr>
      <p:pic>
        <p:nvPicPr>
          <p:cNvPr id="216" name="Google Shape;216;p43"/>
          <p:cNvPicPr preferRelativeResize="0"/>
          <p:nvPr/>
        </p:nvPicPr>
        <p:blipFill rotWithShape="1">
          <a:blip r:embed="rId2">
            <a:alphaModFix/>
          </a:blip>
          <a:srcRect b="0" l="0" r="0" t="0"/>
          <a:stretch/>
        </p:blipFill>
        <p:spPr>
          <a:xfrm>
            <a:off x="0" y="0"/>
            <a:ext cx="12191698" cy="6857819"/>
          </a:xfrm>
          <a:prstGeom prst="rect">
            <a:avLst/>
          </a:prstGeom>
          <a:noFill/>
          <a:ln>
            <a:noFill/>
          </a:ln>
        </p:spPr>
      </p:pic>
      <p:pic>
        <p:nvPicPr>
          <p:cNvPr id="217" name="Google Shape;217;p43"/>
          <p:cNvPicPr preferRelativeResize="0"/>
          <p:nvPr/>
        </p:nvPicPr>
        <p:blipFill rotWithShape="1">
          <a:blip r:embed="rId3">
            <a:alphaModFix/>
          </a:blip>
          <a:srcRect b="0" l="0" r="0" t="0"/>
          <a:stretch/>
        </p:blipFill>
        <p:spPr>
          <a:xfrm>
            <a:off x="9996100" y="571800"/>
            <a:ext cx="1574287" cy="447389"/>
          </a:xfrm>
          <a:prstGeom prst="rect">
            <a:avLst/>
          </a:prstGeom>
          <a:noFill/>
          <a:ln>
            <a:noFill/>
          </a:ln>
        </p:spPr>
      </p:pic>
      <p:sp>
        <p:nvSpPr>
          <p:cNvPr id="218" name="Google Shape;218;p43"/>
          <p:cNvSpPr txBox="1"/>
          <p:nvPr>
            <p:ph type="title"/>
          </p:nvPr>
        </p:nvSpPr>
        <p:spPr>
          <a:xfrm>
            <a:off x="825578" y="2724267"/>
            <a:ext cx="9795300" cy="11709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5300"/>
              <a:buFont typeface="Proxima Nova"/>
              <a:buNone/>
              <a:defRPr b="1" i="0" sz="53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5300"/>
              <a:buFont typeface="Arial"/>
              <a:buNone/>
              <a:defRPr b="0" i="0" sz="5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5300"/>
              <a:buFont typeface="Arial"/>
              <a:buNone/>
              <a:defRPr b="0" i="0" sz="5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5300"/>
              <a:buFont typeface="Arial"/>
              <a:buNone/>
              <a:defRPr b="0" i="0" sz="5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5300"/>
              <a:buFont typeface="Arial"/>
              <a:buNone/>
              <a:defRPr b="0" i="0" sz="5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5300"/>
              <a:buFont typeface="Arial"/>
              <a:buNone/>
              <a:defRPr b="0" i="0" sz="5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5300"/>
              <a:buFont typeface="Arial"/>
              <a:buNone/>
              <a:defRPr b="0" i="0" sz="5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5300"/>
              <a:buFont typeface="Arial"/>
              <a:buNone/>
              <a:defRPr b="0" i="0" sz="5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5300"/>
              <a:buFont typeface="Arial"/>
              <a:buNone/>
              <a:defRPr b="0" i="0" sz="5300" u="none" cap="none" strike="noStrike">
                <a:solidFill>
                  <a:srgbClr val="000000"/>
                </a:solidFill>
                <a:latin typeface="Arial"/>
                <a:ea typeface="Arial"/>
                <a:cs typeface="Arial"/>
                <a:sym typeface="Arial"/>
              </a:defRPr>
            </a:lvl9pPr>
          </a:lstStyle>
          <a:p/>
        </p:txBody>
      </p:sp>
      <p:sp>
        <p:nvSpPr>
          <p:cNvPr id="219" name="Google Shape;219;p43"/>
          <p:cNvSpPr txBox="1"/>
          <p:nvPr>
            <p:ph idx="1" type="subTitle"/>
          </p:nvPr>
        </p:nvSpPr>
        <p:spPr>
          <a:xfrm>
            <a:off x="825578" y="3696500"/>
            <a:ext cx="9795300" cy="604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5"/>
              </a:buClr>
              <a:buSzPts val="2400"/>
              <a:buFont typeface="Proxima Nova"/>
              <a:buNone/>
              <a:defRPr b="1" i="0" sz="2400" u="none" cap="none" strike="noStrike">
                <a:solidFill>
                  <a:schemeClr val="accent5"/>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0" name="Shape 220"/>
        <p:cNvGrpSpPr/>
        <p:nvPr/>
      </p:nvGrpSpPr>
      <p:grpSpPr>
        <a:xfrm>
          <a:off x="0" y="0"/>
          <a:ext cx="0" cy="0"/>
          <a:chOff x="0" y="0"/>
          <a:chExt cx="0" cy="0"/>
        </a:xfrm>
      </p:grpSpPr>
      <p:sp>
        <p:nvSpPr>
          <p:cNvPr id="221" name="Google Shape;221;p4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2" name="Google Shape;222;p4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3" name="Google Shape;223;p4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White 2">
  <p:cSld name="C – Single Message – White (g3f8c8e3ebaf_101_0)">
    <p:bg>
      <p:bgPr>
        <a:solidFill>
          <a:schemeClr val="lt1"/>
        </a:solidFill>
      </p:bgPr>
    </p:bg>
    <p:spTree>
      <p:nvGrpSpPr>
        <p:cNvPr id="224" name="Shape 224"/>
        <p:cNvGrpSpPr/>
        <p:nvPr/>
      </p:nvGrpSpPr>
      <p:grpSpPr>
        <a:xfrm>
          <a:off x="0" y="0"/>
          <a:ext cx="0" cy="0"/>
          <a:chOff x="0" y="0"/>
          <a:chExt cx="0" cy="0"/>
        </a:xfrm>
      </p:grpSpPr>
      <p:sp>
        <p:nvSpPr>
          <p:cNvPr id="225" name="Google Shape;225;p45"/>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226" name="Google Shape;226;p45"/>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1600"/>
              <a:buFont typeface="Proxima Nova"/>
              <a:buNone/>
              <a:defRPr b="0" i="0" sz="16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 – Title Slide – White">
  <p:cSld name="CUSTOM_1">
    <p:bg>
      <p:bgPr>
        <a:solidFill>
          <a:srgbClr val="FFFFFF"/>
        </a:solidFill>
      </p:bgPr>
    </p:bg>
    <p:spTree>
      <p:nvGrpSpPr>
        <p:cNvPr id="228" name="Shape 228"/>
        <p:cNvGrpSpPr/>
        <p:nvPr/>
      </p:nvGrpSpPr>
      <p:grpSpPr>
        <a:xfrm>
          <a:off x="0" y="0"/>
          <a:ext cx="0" cy="0"/>
          <a:chOff x="0" y="0"/>
          <a:chExt cx="0" cy="0"/>
        </a:xfrm>
      </p:grpSpPr>
      <p:sp>
        <p:nvSpPr>
          <p:cNvPr id="229" name="Google Shape;229;p47"/>
          <p:cNvSpPr txBox="1"/>
          <p:nvPr>
            <p:ph type="title"/>
          </p:nvPr>
        </p:nvSpPr>
        <p:spPr>
          <a:xfrm>
            <a:off x="1219734" y="2826000"/>
            <a:ext cx="10399800" cy="6813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rgbClr val="000000"/>
              </a:buClr>
              <a:buSzPts val="4300"/>
              <a:buFont typeface="Arial"/>
              <a:buNone/>
              <a:defRPr b="0" i="0" sz="4300" u="none" cap="none" strike="noStrike">
                <a:solidFill>
                  <a:schemeClr val="accent1"/>
                </a:solidFill>
                <a:latin typeface="Arial"/>
                <a:ea typeface="Arial"/>
                <a:cs typeface="Arial"/>
                <a:sym typeface="Arial"/>
              </a:defRPr>
            </a:lvl9pPr>
          </a:lstStyle>
          <a:p/>
        </p:txBody>
      </p:sp>
      <p:sp>
        <p:nvSpPr>
          <p:cNvPr id="230" name="Google Shape;230;p47"/>
          <p:cNvSpPr txBox="1"/>
          <p:nvPr>
            <p:ph idx="1" type="subTitle"/>
          </p:nvPr>
        </p:nvSpPr>
        <p:spPr>
          <a:xfrm>
            <a:off x="1219734" y="3507200"/>
            <a:ext cx="10399800" cy="524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2300"/>
              <a:buFont typeface="Arial"/>
              <a:buNone/>
              <a:defRPr b="1" i="0" sz="2300" u="none" cap="none" strike="noStrike">
                <a:solidFill>
                  <a:schemeClr val="dk1"/>
                </a:solidFill>
                <a:latin typeface="Arial"/>
                <a:ea typeface="Arial"/>
                <a:cs typeface="Arial"/>
                <a:sym typeface="Arial"/>
              </a:defRPr>
            </a:lvl9pPr>
          </a:lstStyle>
          <a:p/>
        </p:txBody>
      </p:sp>
      <p:sp>
        <p:nvSpPr>
          <p:cNvPr id="231" name="Google Shape;231;p47"/>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roxima Nova"/>
                <a:ea typeface="Proxima Nova"/>
                <a:cs typeface="Proxima Nova"/>
                <a:sym typeface="Proxima Nova"/>
              </a:rPr>
              <a:t> </a:t>
            </a:r>
            <a:r>
              <a:rPr b="0" i="0" lang="en-US" sz="800" u="none" cap="none" strike="noStrike">
                <a:solidFill>
                  <a:schemeClr val="dk1"/>
                </a:solidFill>
                <a:latin typeface="Proxima Nova"/>
                <a:ea typeface="Proxima Nova"/>
                <a:cs typeface="Proxima Nova"/>
                <a:sym typeface="Proxima Nova"/>
              </a:rPr>
              <a:t>Confidential </a:t>
            </a:r>
            <a:r>
              <a:rPr b="0" i="0" lang="en-US" sz="1100" u="none" cap="none" strike="noStrike">
                <a:solidFill>
                  <a:schemeClr val="dk1"/>
                </a:solidFill>
                <a:latin typeface="Proxima Nova"/>
                <a:ea typeface="Proxima Nova"/>
                <a:cs typeface="Proxima Nova"/>
                <a:sym typeface="Proxima Nova"/>
              </a:rPr>
              <a:t> | </a:t>
            </a:r>
            <a:fld id="{00000000-1234-1234-1234-123412341234}" type="slidenum">
              <a:rPr b="0" i="0" lang="en-US" sz="1100" u="none" cap="none" strike="noStrike">
                <a:solidFill>
                  <a:schemeClr val="dk1"/>
                </a:solidFill>
                <a:latin typeface="Proxima Nova"/>
                <a:ea typeface="Proxima Nova"/>
                <a:cs typeface="Proxima Nova"/>
                <a:sym typeface="Proxima Nova"/>
              </a:rPr>
              <a:t>‹#›</a:t>
            </a:fld>
            <a:endParaRPr b="0" i="0" sz="1100" u="none" cap="none" strike="noStrike">
              <a:solidFill>
                <a:schemeClr val="dk1"/>
              </a:solidFill>
              <a:latin typeface="Proxima Nova"/>
              <a:ea typeface="Proxima Nova"/>
              <a:cs typeface="Proxima Nova"/>
              <a:sym typeface="Proxima Nova"/>
            </a:endParaRPr>
          </a:p>
        </p:txBody>
      </p:sp>
      <p:pic>
        <p:nvPicPr>
          <p:cNvPr id="232" name="Google Shape;232;p47"/>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White 1">
  <p:cSld name="C – Single Message – White (g3f8c8e3ebaf_94_0)">
    <p:bg>
      <p:bgPr>
        <a:solidFill>
          <a:schemeClr val="lt1"/>
        </a:solidFill>
      </p:bgPr>
    </p:bg>
    <p:spTree>
      <p:nvGrpSpPr>
        <p:cNvPr id="233" name="Shape 233"/>
        <p:cNvGrpSpPr/>
        <p:nvPr/>
      </p:nvGrpSpPr>
      <p:grpSpPr>
        <a:xfrm>
          <a:off x="0" y="0"/>
          <a:ext cx="0" cy="0"/>
          <a:chOff x="0" y="0"/>
          <a:chExt cx="0" cy="0"/>
        </a:xfrm>
      </p:grpSpPr>
      <p:sp>
        <p:nvSpPr>
          <p:cNvPr id="234" name="Google Shape;234;p48"/>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235" name="Google Shape;235;p48"/>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1600"/>
              <a:buFont typeface="Proxima Nova"/>
              <a:buNone/>
              <a:defRPr b="0" i="0" sz="16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White 4">
  <p:cSld name="C – Single Message – White (g3f8c8e3ebaf_116_0)">
    <p:bg>
      <p:bgPr>
        <a:solidFill>
          <a:schemeClr val="lt1"/>
        </a:solidFill>
      </p:bgPr>
    </p:bg>
    <p:spTree>
      <p:nvGrpSpPr>
        <p:cNvPr id="236" name="Shape 236"/>
        <p:cNvGrpSpPr/>
        <p:nvPr/>
      </p:nvGrpSpPr>
      <p:grpSpPr>
        <a:xfrm>
          <a:off x="0" y="0"/>
          <a:ext cx="0" cy="0"/>
          <a:chOff x="0" y="0"/>
          <a:chExt cx="0" cy="0"/>
        </a:xfrm>
      </p:grpSpPr>
      <p:sp>
        <p:nvSpPr>
          <p:cNvPr id="237" name="Google Shape;237;p49"/>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238" name="Google Shape;238;p49"/>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1600"/>
              <a:buFont typeface="Proxima Nova"/>
              <a:buNone/>
              <a:defRPr b="0" i="0" sz="16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White 3">
  <p:cSld name="C – Single Message – White (g3f8c8e3ebaf_109_0)">
    <p:bg>
      <p:bgPr>
        <a:solidFill>
          <a:schemeClr val="lt1"/>
        </a:solidFill>
      </p:bgPr>
    </p:bg>
    <p:spTree>
      <p:nvGrpSpPr>
        <p:cNvPr id="239" name="Shape 239"/>
        <p:cNvGrpSpPr/>
        <p:nvPr/>
      </p:nvGrpSpPr>
      <p:grpSpPr>
        <a:xfrm>
          <a:off x="0" y="0"/>
          <a:ext cx="0" cy="0"/>
          <a:chOff x="0" y="0"/>
          <a:chExt cx="0" cy="0"/>
        </a:xfrm>
      </p:grpSpPr>
      <p:sp>
        <p:nvSpPr>
          <p:cNvPr id="240" name="Google Shape;240;p50"/>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241" name="Google Shape;241;p50"/>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1600"/>
              <a:buFont typeface="Proxima Nova"/>
              <a:buNone/>
              <a:defRPr b="0" i="0" sz="16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White 5">
  <p:cSld name="C – Single Message – White (g3f8c8e3ebaf_123_0)">
    <p:bg>
      <p:bgPr>
        <a:solidFill>
          <a:schemeClr val="lt1"/>
        </a:solidFill>
      </p:bgPr>
    </p:bg>
    <p:spTree>
      <p:nvGrpSpPr>
        <p:cNvPr id="242" name="Shape 242"/>
        <p:cNvGrpSpPr/>
        <p:nvPr/>
      </p:nvGrpSpPr>
      <p:grpSpPr>
        <a:xfrm>
          <a:off x="0" y="0"/>
          <a:ext cx="0" cy="0"/>
          <a:chOff x="0" y="0"/>
          <a:chExt cx="0" cy="0"/>
        </a:xfrm>
      </p:grpSpPr>
      <p:sp>
        <p:nvSpPr>
          <p:cNvPr id="243" name="Google Shape;243;p51"/>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244" name="Google Shape;244;p51"/>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1600"/>
              <a:buFont typeface="Proxima Nova"/>
              <a:buNone/>
              <a:defRPr b="0" i="0" sz="16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White">
  <p:cSld name="CUSTOM_16">
    <p:bg>
      <p:bgPr>
        <a:solidFill>
          <a:schemeClr val="lt1"/>
        </a:solidFill>
      </p:bgPr>
    </p:bg>
    <p:spTree>
      <p:nvGrpSpPr>
        <p:cNvPr id="245" name="Shape 245"/>
        <p:cNvGrpSpPr/>
        <p:nvPr/>
      </p:nvGrpSpPr>
      <p:grpSpPr>
        <a:xfrm>
          <a:off x="0" y="0"/>
          <a:ext cx="0" cy="0"/>
          <a:chOff x="0" y="0"/>
          <a:chExt cx="0" cy="0"/>
        </a:xfrm>
      </p:grpSpPr>
      <p:sp>
        <p:nvSpPr>
          <p:cNvPr id="246" name="Google Shape;246;p52"/>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roxima Nova"/>
                <a:ea typeface="Proxima Nova"/>
                <a:cs typeface="Proxima Nova"/>
                <a:sym typeface="Proxima Nova"/>
              </a:rPr>
              <a:t> </a:t>
            </a:r>
            <a:r>
              <a:rPr b="0" i="0" lang="en-US" sz="800" u="none" cap="none" strike="noStrike">
                <a:solidFill>
                  <a:schemeClr val="dk1"/>
                </a:solidFill>
                <a:latin typeface="Proxima Nova"/>
                <a:ea typeface="Proxima Nova"/>
                <a:cs typeface="Proxima Nova"/>
                <a:sym typeface="Proxima Nova"/>
              </a:rPr>
              <a:t>Confidential </a:t>
            </a:r>
            <a:r>
              <a:rPr b="0" i="0" lang="en-US" sz="1100" u="none" cap="none" strike="noStrike">
                <a:solidFill>
                  <a:schemeClr val="dk1"/>
                </a:solidFill>
                <a:latin typeface="Proxima Nova"/>
                <a:ea typeface="Proxima Nova"/>
                <a:cs typeface="Proxima Nova"/>
                <a:sym typeface="Proxima Nova"/>
              </a:rPr>
              <a:t> | </a:t>
            </a:r>
            <a:fld id="{00000000-1234-1234-1234-123412341234}" type="slidenum">
              <a:rPr b="0" i="0" lang="en-US" sz="1100" u="none" cap="none" strike="noStrike">
                <a:solidFill>
                  <a:schemeClr val="dk1"/>
                </a:solidFill>
                <a:latin typeface="Proxima Nova"/>
                <a:ea typeface="Proxima Nova"/>
                <a:cs typeface="Proxima Nova"/>
                <a:sym typeface="Proxima Nova"/>
              </a:rPr>
              <a:t>‹#›</a:t>
            </a:fld>
            <a:endParaRPr b="0" i="0" sz="1100" u="none" cap="none" strike="noStrike">
              <a:solidFill>
                <a:schemeClr val="dk1"/>
              </a:solidFill>
              <a:latin typeface="Proxima Nova"/>
              <a:ea typeface="Proxima Nova"/>
              <a:cs typeface="Proxima Nova"/>
              <a:sym typeface="Proxima Nova"/>
            </a:endParaRPr>
          </a:p>
        </p:txBody>
      </p:sp>
      <p:pic>
        <p:nvPicPr>
          <p:cNvPr id="247" name="Google Shape;247;p52"/>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
        <p:nvSpPr>
          <p:cNvPr id="248" name="Google Shape;248;p52"/>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249" name="Google Shape;249;p52"/>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1600"/>
              <a:buFont typeface="Proxima Nova"/>
              <a:buNone/>
              <a:defRPr b="0" i="0" sz="16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White 6">
  <p:cSld name="C – Single Message – White (g3f8c8e3ebaf_136_0)">
    <p:bg>
      <p:bgPr>
        <a:solidFill>
          <a:schemeClr val="lt1"/>
        </a:solidFill>
      </p:bgPr>
    </p:bg>
    <p:spTree>
      <p:nvGrpSpPr>
        <p:cNvPr id="250" name="Shape 250"/>
        <p:cNvGrpSpPr/>
        <p:nvPr/>
      </p:nvGrpSpPr>
      <p:grpSpPr>
        <a:xfrm>
          <a:off x="0" y="0"/>
          <a:ext cx="0" cy="0"/>
          <a:chOff x="0" y="0"/>
          <a:chExt cx="0" cy="0"/>
        </a:xfrm>
      </p:grpSpPr>
      <p:sp>
        <p:nvSpPr>
          <p:cNvPr id="251" name="Google Shape;251;p53"/>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252" name="Google Shape;252;p53"/>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1600"/>
              <a:buFont typeface="Proxima Nova"/>
              <a:buNone/>
              <a:defRPr b="0" i="0" sz="16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 – End Slide – White">
  <p:cSld name="CUSTOM_1_2_2">
    <p:bg>
      <p:bgPr>
        <a:solidFill>
          <a:srgbClr val="183A9E"/>
        </a:solidFill>
      </p:bgPr>
    </p:bg>
    <p:spTree>
      <p:nvGrpSpPr>
        <p:cNvPr id="253" name="Shape 253"/>
        <p:cNvGrpSpPr/>
        <p:nvPr/>
      </p:nvGrpSpPr>
      <p:grpSpPr>
        <a:xfrm>
          <a:off x="0" y="0"/>
          <a:ext cx="0" cy="0"/>
          <a:chOff x="0" y="0"/>
          <a:chExt cx="0" cy="0"/>
        </a:xfrm>
      </p:grpSpPr>
      <p:sp>
        <p:nvSpPr>
          <p:cNvPr id="254" name="Google Shape;254;p54"/>
          <p:cNvSpPr/>
          <p:nvPr/>
        </p:nvSpPr>
        <p:spPr>
          <a:xfrm>
            <a:off x="0" y="0"/>
            <a:ext cx="12191700" cy="6858000"/>
          </a:xfrm>
          <a:prstGeom prst="rect">
            <a:avLst/>
          </a:prstGeom>
          <a:solidFill>
            <a:schemeClr val="l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5" name="Google Shape;255;p54"/>
          <p:cNvPicPr preferRelativeResize="0"/>
          <p:nvPr/>
        </p:nvPicPr>
        <p:blipFill rotWithShape="1">
          <a:blip r:embed="rId2">
            <a:alphaModFix/>
          </a:blip>
          <a:srcRect b="0" l="0" r="0" t="0"/>
          <a:stretch/>
        </p:blipFill>
        <p:spPr>
          <a:xfrm>
            <a:off x="4303661" y="2935221"/>
            <a:ext cx="3584355" cy="987525"/>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 – Title Slide – Blue">
  <p:cSld name="CUSTOM">
    <p:bg>
      <p:bgPr>
        <a:solidFill>
          <a:schemeClr val="accent1"/>
        </a:solidFill>
      </p:bgPr>
    </p:bg>
    <p:spTree>
      <p:nvGrpSpPr>
        <p:cNvPr id="256" name="Shape 256"/>
        <p:cNvGrpSpPr/>
        <p:nvPr/>
      </p:nvGrpSpPr>
      <p:grpSpPr>
        <a:xfrm>
          <a:off x="0" y="0"/>
          <a:ext cx="0" cy="0"/>
          <a:chOff x="0" y="0"/>
          <a:chExt cx="0" cy="0"/>
        </a:xfrm>
      </p:grpSpPr>
      <p:sp>
        <p:nvSpPr>
          <p:cNvPr id="257" name="Google Shape;257;p55"/>
          <p:cNvSpPr txBox="1"/>
          <p:nvPr>
            <p:ph type="title"/>
          </p:nvPr>
        </p:nvSpPr>
        <p:spPr>
          <a:xfrm>
            <a:off x="1219734" y="2826000"/>
            <a:ext cx="10399800" cy="6813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4300"/>
              <a:buFont typeface="Arial"/>
              <a:buNone/>
              <a:defRPr b="0" i="0" sz="43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9pPr>
          </a:lstStyle>
          <a:p/>
        </p:txBody>
      </p:sp>
      <p:sp>
        <p:nvSpPr>
          <p:cNvPr id="258" name="Google Shape;258;p55"/>
          <p:cNvSpPr txBox="1"/>
          <p:nvPr>
            <p:ph idx="1" type="subTitle"/>
          </p:nvPr>
        </p:nvSpPr>
        <p:spPr>
          <a:xfrm>
            <a:off x="1219734" y="3507200"/>
            <a:ext cx="10399800" cy="524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2300"/>
              <a:buFont typeface="Arial"/>
              <a:buNone/>
              <a:defRPr b="1" i="0" sz="2300" u="none" cap="none" strike="noStrike">
                <a:solidFill>
                  <a:srgbClr val="25A9EF"/>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9pPr>
          </a:lstStyle>
          <a:p/>
        </p:txBody>
      </p:sp>
      <p:sp>
        <p:nvSpPr>
          <p:cNvPr id="259" name="Google Shape;259;p55"/>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260" name="Google Shape;260;p55"/>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 – Title Slide – Med Blue">
  <p:cSld name="CUSTOM_3">
    <p:bg>
      <p:bgPr>
        <a:solidFill>
          <a:schemeClr val="accent2"/>
        </a:solidFill>
      </p:bgPr>
    </p:bg>
    <p:spTree>
      <p:nvGrpSpPr>
        <p:cNvPr id="261" name="Shape 261"/>
        <p:cNvGrpSpPr/>
        <p:nvPr/>
      </p:nvGrpSpPr>
      <p:grpSpPr>
        <a:xfrm>
          <a:off x="0" y="0"/>
          <a:ext cx="0" cy="0"/>
          <a:chOff x="0" y="0"/>
          <a:chExt cx="0" cy="0"/>
        </a:xfrm>
      </p:grpSpPr>
      <p:sp>
        <p:nvSpPr>
          <p:cNvPr id="262" name="Google Shape;262;p56"/>
          <p:cNvSpPr/>
          <p:nvPr/>
        </p:nvSpPr>
        <p:spPr>
          <a:xfrm>
            <a:off x="10221861" y="6131567"/>
            <a:ext cx="1807500" cy="596700"/>
          </a:xfrm>
          <a:prstGeom prst="rect">
            <a:avLst/>
          </a:prstGeom>
          <a:solidFill>
            <a:srgbClr val="183A9E"/>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56"/>
          <p:cNvSpPr txBox="1"/>
          <p:nvPr>
            <p:ph type="title"/>
          </p:nvPr>
        </p:nvSpPr>
        <p:spPr>
          <a:xfrm>
            <a:off x="1219734" y="2826000"/>
            <a:ext cx="10399800" cy="6813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4300"/>
              <a:buFont typeface="Arial"/>
              <a:buNone/>
              <a:defRPr b="0" i="0" sz="43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9pPr>
          </a:lstStyle>
          <a:p/>
        </p:txBody>
      </p:sp>
      <p:sp>
        <p:nvSpPr>
          <p:cNvPr id="264" name="Google Shape;264;p56"/>
          <p:cNvSpPr txBox="1"/>
          <p:nvPr>
            <p:ph idx="1" type="subTitle"/>
          </p:nvPr>
        </p:nvSpPr>
        <p:spPr>
          <a:xfrm>
            <a:off x="1219734" y="3507200"/>
            <a:ext cx="10399800" cy="524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2300"/>
              <a:buFont typeface="Arial"/>
              <a:buNone/>
              <a:defRPr b="1" i="0" sz="2300" u="none" cap="none" strike="noStrike">
                <a:solidFill>
                  <a:srgbClr val="25A9EF"/>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9pPr>
          </a:lstStyle>
          <a:p/>
        </p:txBody>
      </p:sp>
      <p:sp>
        <p:nvSpPr>
          <p:cNvPr id="265" name="Google Shape;265;p56"/>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266" name="Google Shape;266;p56"/>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 – Title Slide – Dark Blue">
  <p:cSld name="CUSTOM_3_1">
    <p:bg>
      <p:bgPr>
        <a:solidFill>
          <a:srgbClr val="0F256E"/>
        </a:solidFill>
      </p:bgPr>
    </p:bg>
    <p:spTree>
      <p:nvGrpSpPr>
        <p:cNvPr id="267" name="Shape 267"/>
        <p:cNvGrpSpPr/>
        <p:nvPr/>
      </p:nvGrpSpPr>
      <p:grpSpPr>
        <a:xfrm>
          <a:off x="0" y="0"/>
          <a:ext cx="0" cy="0"/>
          <a:chOff x="0" y="0"/>
          <a:chExt cx="0" cy="0"/>
        </a:xfrm>
      </p:grpSpPr>
      <p:sp>
        <p:nvSpPr>
          <p:cNvPr id="268" name="Google Shape;268;p57"/>
          <p:cNvSpPr txBox="1"/>
          <p:nvPr>
            <p:ph type="title"/>
          </p:nvPr>
        </p:nvSpPr>
        <p:spPr>
          <a:xfrm>
            <a:off x="1219734" y="2826000"/>
            <a:ext cx="10399800" cy="6813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4300"/>
              <a:buFont typeface="Arial"/>
              <a:buNone/>
              <a:defRPr b="0" i="0" sz="43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9pPr>
          </a:lstStyle>
          <a:p/>
        </p:txBody>
      </p:sp>
      <p:sp>
        <p:nvSpPr>
          <p:cNvPr id="269" name="Google Shape;269;p57"/>
          <p:cNvSpPr txBox="1"/>
          <p:nvPr>
            <p:ph idx="1" type="subTitle"/>
          </p:nvPr>
        </p:nvSpPr>
        <p:spPr>
          <a:xfrm>
            <a:off x="1219734" y="3507200"/>
            <a:ext cx="10399800" cy="524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2300"/>
              <a:buFont typeface="Arial"/>
              <a:buNone/>
              <a:defRPr b="1" i="0" sz="2300" u="none" cap="none" strike="noStrike">
                <a:solidFill>
                  <a:srgbClr val="25A9EF"/>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9pPr>
          </a:lstStyle>
          <a:p/>
        </p:txBody>
      </p:sp>
      <p:sp>
        <p:nvSpPr>
          <p:cNvPr id="270" name="Google Shape;270;p57"/>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271" name="Google Shape;271;p57"/>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 – Title Slide – Dark Gray">
  <p:cSld name="CUSTOM_3_1_1">
    <p:bg>
      <p:bgPr>
        <a:solidFill>
          <a:srgbClr val="262D3D"/>
        </a:solidFill>
      </p:bgPr>
    </p:bg>
    <p:spTree>
      <p:nvGrpSpPr>
        <p:cNvPr id="272" name="Shape 272"/>
        <p:cNvGrpSpPr/>
        <p:nvPr/>
      </p:nvGrpSpPr>
      <p:grpSpPr>
        <a:xfrm>
          <a:off x="0" y="0"/>
          <a:ext cx="0" cy="0"/>
          <a:chOff x="0" y="0"/>
          <a:chExt cx="0" cy="0"/>
        </a:xfrm>
      </p:grpSpPr>
      <p:sp>
        <p:nvSpPr>
          <p:cNvPr id="273" name="Google Shape;273;p58"/>
          <p:cNvSpPr/>
          <p:nvPr/>
        </p:nvSpPr>
        <p:spPr>
          <a:xfrm>
            <a:off x="10221861" y="6131567"/>
            <a:ext cx="1807500" cy="596700"/>
          </a:xfrm>
          <a:prstGeom prst="rect">
            <a:avLst/>
          </a:prstGeom>
          <a:solidFill>
            <a:srgbClr val="262D3D"/>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58"/>
          <p:cNvSpPr txBox="1"/>
          <p:nvPr>
            <p:ph type="title"/>
          </p:nvPr>
        </p:nvSpPr>
        <p:spPr>
          <a:xfrm>
            <a:off x="1219734" y="2826000"/>
            <a:ext cx="10399800" cy="6813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4300"/>
              <a:buFont typeface="Arial"/>
              <a:buNone/>
              <a:defRPr b="0" i="0" sz="43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4300"/>
              <a:buFont typeface="Arial"/>
              <a:buNone/>
              <a:defRPr b="0" i="0" sz="4300" u="none" cap="none" strike="noStrike">
                <a:solidFill>
                  <a:srgbClr val="000000"/>
                </a:solidFill>
                <a:latin typeface="Arial"/>
                <a:ea typeface="Arial"/>
                <a:cs typeface="Arial"/>
                <a:sym typeface="Arial"/>
              </a:defRPr>
            </a:lvl9pPr>
          </a:lstStyle>
          <a:p/>
        </p:txBody>
      </p:sp>
      <p:sp>
        <p:nvSpPr>
          <p:cNvPr id="275" name="Google Shape;275;p58"/>
          <p:cNvSpPr txBox="1"/>
          <p:nvPr>
            <p:ph idx="1" type="subTitle"/>
          </p:nvPr>
        </p:nvSpPr>
        <p:spPr>
          <a:xfrm>
            <a:off x="1219734" y="3507200"/>
            <a:ext cx="10399800" cy="524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2300"/>
              <a:buFont typeface="Arial"/>
              <a:buNone/>
              <a:defRPr b="1" i="0" sz="2300" u="none" cap="none" strike="noStrike">
                <a:solidFill>
                  <a:srgbClr val="25A9EF"/>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300"/>
              <a:buFont typeface="Arial"/>
              <a:buNone/>
              <a:defRPr b="1" i="0" sz="2300" u="none" cap="none" strike="noStrike">
                <a:solidFill>
                  <a:srgbClr val="000000"/>
                </a:solidFill>
                <a:latin typeface="Arial"/>
                <a:ea typeface="Arial"/>
                <a:cs typeface="Arial"/>
                <a:sym typeface="Arial"/>
              </a:defRPr>
            </a:lvl9pPr>
          </a:lstStyle>
          <a:p/>
        </p:txBody>
      </p:sp>
      <p:sp>
        <p:nvSpPr>
          <p:cNvPr id="276" name="Google Shape;276;p58"/>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277" name="Google Shape;277;p58"/>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Blue">
  <p:cSld name="CUSTOM_1_5">
    <p:bg>
      <p:bgPr>
        <a:solidFill>
          <a:schemeClr val="accent1"/>
        </a:solidFill>
      </p:bgPr>
    </p:bg>
    <p:spTree>
      <p:nvGrpSpPr>
        <p:cNvPr id="278" name="Shape 278"/>
        <p:cNvGrpSpPr/>
        <p:nvPr/>
      </p:nvGrpSpPr>
      <p:grpSpPr>
        <a:xfrm>
          <a:off x="0" y="0"/>
          <a:ext cx="0" cy="0"/>
          <a:chOff x="0" y="0"/>
          <a:chExt cx="0" cy="0"/>
        </a:xfrm>
      </p:grpSpPr>
      <p:sp>
        <p:nvSpPr>
          <p:cNvPr id="279" name="Google Shape;279;p59"/>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280" name="Google Shape;280;p59"/>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281" name="Google Shape;281;p59"/>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282" name="Google Shape;282;p59"/>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1600"/>
              <a:buFont typeface="Proxima Nova"/>
              <a:buNone/>
              <a:defRPr b="0" i="0" sz="16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Med Blue">
  <p:cSld name="CUSTOM_1_4">
    <p:bg>
      <p:bgPr>
        <a:solidFill>
          <a:schemeClr val="accent2"/>
        </a:solidFill>
      </p:bgPr>
    </p:bg>
    <p:spTree>
      <p:nvGrpSpPr>
        <p:cNvPr id="283" name="Shape 283"/>
        <p:cNvGrpSpPr/>
        <p:nvPr/>
      </p:nvGrpSpPr>
      <p:grpSpPr>
        <a:xfrm>
          <a:off x="0" y="0"/>
          <a:ext cx="0" cy="0"/>
          <a:chOff x="0" y="0"/>
          <a:chExt cx="0" cy="0"/>
        </a:xfrm>
      </p:grpSpPr>
      <p:sp>
        <p:nvSpPr>
          <p:cNvPr id="284" name="Google Shape;284;p60"/>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285" name="Google Shape;285;p60"/>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286" name="Google Shape;286;p60"/>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287" name="Google Shape;287;p60"/>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1600"/>
              <a:buFont typeface="Proxima Nova"/>
              <a:buNone/>
              <a:defRPr b="0" i="0" sz="16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Dark Blue">
  <p:cSld name="CUSTOM_1_4_1">
    <p:bg>
      <p:bgPr>
        <a:solidFill>
          <a:srgbClr val="0F256E"/>
        </a:solidFill>
      </p:bgPr>
    </p:bg>
    <p:spTree>
      <p:nvGrpSpPr>
        <p:cNvPr id="288" name="Shape 288"/>
        <p:cNvGrpSpPr/>
        <p:nvPr/>
      </p:nvGrpSpPr>
      <p:grpSpPr>
        <a:xfrm>
          <a:off x="0" y="0"/>
          <a:ext cx="0" cy="0"/>
          <a:chOff x="0" y="0"/>
          <a:chExt cx="0" cy="0"/>
        </a:xfrm>
      </p:grpSpPr>
      <p:sp>
        <p:nvSpPr>
          <p:cNvPr id="289" name="Google Shape;289;p61"/>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290" name="Google Shape;290;p61"/>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291" name="Google Shape;291;p61"/>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292" name="Google Shape;292;p61"/>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1600"/>
              <a:buFont typeface="Proxima Nova"/>
              <a:buNone/>
              <a:defRPr b="0" i="0" sz="16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Dark Gray">
  <p:cSld name="CUSTOM_1_3_1">
    <p:spTree>
      <p:nvGrpSpPr>
        <p:cNvPr id="293" name="Shape 293"/>
        <p:cNvGrpSpPr/>
        <p:nvPr/>
      </p:nvGrpSpPr>
      <p:grpSpPr>
        <a:xfrm>
          <a:off x="0" y="0"/>
          <a:ext cx="0" cy="0"/>
          <a:chOff x="0" y="0"/>
          <a:chExt cx="0" cy="0"/>
        </a:xfrm>
      </p:grpSpPr>
      <p:sp>
        <p:nvSpPr>
          <p:cNvPr id="294" name="Google Shape;294;p62"/>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295" name="Google Shape;295;p62"/>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296" name="Google Shape;296;p62"/>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297" name="Google Shape;297;p62"/>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1600"/>
              <a:buFont typeface="Proxima Nova"/>
              <a:buNone/>
              <a:defRPr b="0" i="0" sz="16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 – End Slide – Med Blue">
  <p:cSld name="CUSTOM_1_2">
    <p:bg>
      <p:bgPr>
        <a:solidFill>
          <a:srgbClr val="183A9E"/>
        </a:solidFill>
      </p:bgPr>
    </p:bg>
    <p:spTree>
      <p:nvGrpSpPr>
        <p:cNvPr id="298" name="Shape 298"/>
        <p:cNvGrpSpPr/>
        <p:nvPr/>
      </p:nvGrpSpPr>
      <p:grpSpPr>
        <a:xfrm>
          <a:off x="0" y="0"/>
          <a:ext cx="0" cy="0"/>
          <a:chOff x="0" y="0"/>
          <a:chExt cx="0" cy="0"/>
        </a:xfrm>
      </p:grpSpPr>
      <p:sp>
        <p:nvSpPr>
          <p:cNvPr id="299" name="Google Shape;299;p63"/>
          <p:cNvSpPr/>
          <p:nvPr/>
        </p:nvSpPr>
        <p:spPr>
          <a:xfrm>
            <a:off x="0" y="0"/>
            <a:ext cx="12191700" cy="6858000"/>
          </a:xfrm>
          <a:prstGeom prst="rect">
            <a:avLst/>
          </a:prstGeom>
          <a:solidFill>
            <a:srgbClr val="183A9E"/>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0" name="Google Shape;300;p63"/>
          <p:cNvPicPr preferRelativeResize="0"/>
          <p:nvPr/>
        </p:nvPicPr>
        <p:blipFill rotWithShape="1">
          <a:blip r:embed="rId2">
            <a:alphaModFix/>
          </a:blip>
          <a:srcRect b="0" l="0" r="0" t="0"/>
          <a:stretch/>
        </p:blipFill>
        <p:spPr>
          <a:xfrm>
            <a:off x="4303719" y="2933601"/>
            <a:ext cx="3584235" cy="990773"/>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 – End Slide – Dark Blue">
  <p:cSld name="CUSTOM_1_2_1">
    <p:bg>
      <p:bgPr>
        <a:solidFill>
          <a:srgbClr val="183A9E"/>
        </a:solidFill>
      </p:bgPr>
    </p:bg>
    <p:spTree>
      <p:nvGrpSpPr>
        <p:cNvPr id="301" name="Shape 301"/>
        <p:cNvGrpSpPr/>
        <p:nvPr/>
      </p:nvGrpSpPr>
      <p:grpSpPr>
        <a:xfrm>
          <a:off x="0" y="0"/>
          <a:ext cx="0" cy="0"/>
          <a:chOff x="0" y="0"/>
          <a:chExt cx="0" cy="0"/>
        </a:xfrm>
      </p:grpSpPr>
      <p:sp>
        <p:nvSpPr>
          <p:cNvPr id="302" name="Google Shape;302;p64"/>
          <p:cNvSpPr/>
          <p:nvPr/>
        </p:nvSpPr>
        <p:spPr>
          <a:xfrm>
            <a:off x="0" y="0"/>
            <a:ext cx="12191700" cy="6858000"/>
          </a:xfrm>
          <a:prstGeom prst="rect">
            <a:avLst/>
          </a:prstGeom>
          <a:solidFill>
            <a:srgbClr val="0F256E"/>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3" name="Google Shape;303;p64"/>
          <p:cNvPicPr preferRelativeResize="0"/>
          <p:nvPr/>
        </p:nvPicPr>
        <p:blipFill rotWithShape="1">
          <a:blip r:embed="rId2">
            <a:alphaModFix/>
          </a:blip>
          <a:srcRect b="0" l="0" r="0" t="0"/>
          <a:stretch/>
        </p:blipFill>
        <p:spPr>
          <a:xfrm>
            <a:off x="4303719" y="2933601"/>
            <a:ext cx="3584235" cy="990773"/>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 – End Slide – Blue">
  <p:cSld name="CUSTOM_1_2_1_2">
    <p:bg>
      <p:bgPr>
        <a:solidFill>
          <a:srgbClr val="183A9E"/>
        </a:solidFill>
      </p:bgPr>
    </p:bg>
    <p:spTree>
      <p:nvGrpSpPr>
        <p:cNvPr id="304" name="Shape 304"/>
        <p:cNvGrpSpPr/>
        <p:nvPr/>
      </p:nvGrpSpPr>
      <p:grpSpPr>
        <a:xfrm>
          <a:off x="0" y="0"/>
          <a:ext cx="0" cy="0"/>
          <a:chOff x="0" y="0"/>
          <a:chExt cx="0" cy="0"/>
        </a:xfrm>
      </p:grpSpPr>
      <p:sp>
        <p:nvSpPr>
          <p:cNvPr id="305" name="Google Shape;305;p65"/>
          <p:cNvSpPr/>
          <p:nvPr/>
        </p:nvSpPr>
        <p:spPr>
          <a:xfrm>
            <a:off x="0" y="0"/>
            <a:ext cx="12191700" cy="6858000"/>
          </a:xfrm>
          <a:prstGeom prst="rect">
            <a:avLst/>
          </a:prstGeom>
          <a:solidFill>
            <a:srgbClr val="204EC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6" name="Google Shape;306;p65"/>
          <p:cNvPicPr preferRelativeResize="0"/>
          <p:nvPr/>
        </p:nvPicPr>
        <p:blipFill rotWithShape="1">
          <a:blip r:embed="rId2">
            <a:alphaModFix/>
          </a:blip>
          <a:srcRect b="0" l="0" r="0" t="0"/>
          <a:stretch/>
        </p:blipFill>
        <p:spPr>
          <a:xfrm>
            <a:off x="4303719" y="2933601"/>
            <a:ext cx="3584235" cy="990773"/>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 – End Slide – Dark Gray">
  <p:cSld name="CUSTOM_1_2_1_1">
    <p:bg>
      <p:bgPr>
        <a:solidFill>
          <a:srgbClr val="183A9E"/>
        </a:solidFill>
      </p:bgPr>
    </p:bg>
    <p:spTree>
      <p:nvGrpSpPr>
        <p:cNvPr id="307" name="Shape 307"/>
        <p:cNvGrpSpPr/>
        <p:nvPr/>
      </p:nvGrpSpPr>
      <p:grpSpPr>
        <a:xfrm>
          <a:off x="0" y="0"/>
          <a:ext cx="0" cy="0"/>
          <a:chOff x="0" y="0"/>
          <a:chExt cx="0" cy="0"/>
        </a:xfrm>
      </p:grpSpPr>
      <p:sp>
        <p:nvSpPr>
          <p:cNvPr id="308" name="Google Shape;308;p66"/>
          <p:cNvSpPr/>
          <p:nvPr/>
        </p:nvSpPr>
        <p:spPr>
          <a:xfrm>
            <a:off x="0" y="0"/>
            <a:ext cx="12191700" cy="6858000"/>
          </a:xfrm>
          <a:prstGeom prst="rect">
            <a:avLst/>
          </a:prstGeom>
          <a:solidFill>
            <a:srgbClr val="262D3D"/>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9" name="Google Shape;309;p66"/>
          <p:cNvPicPr preferRelativeResize="0"/>
          <p:nvPr/>
        </p:nvPicPr>
        <p:blipFill rotWithShape="1">
          <a:blip r:embed="rId2">
            <a:alphaModFix/>
          </a:blip>
          <a:srcRect b="0" l="0" r="0" t="0"/>
          <a:stretch/>
        </p:blipFill>
        <p:spPr>
          <a:xfrm>
            <a:off x="4303719" y="2933601"/>
            <a:ext cx="3584235" cy="990773"/>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 – Standard Text – White">
  <p:cSld name="CUSTOM_1_1_1">
    <p:bg>
      <p:bgPr>
        <a:solidFill>
          <a:schemeClr val="lt1"/>
        </a:solidFill>
      </p:bgPr>
    </p:bg>
    <p:spTree>
      <p:nvGrpSpPr>
        <p:cNvPr id="310" name="Shape 310"/>
        <p:cNvGrpSpPr/>
        <p:nvPr/>
      </p:nvGrpSpPr>
      <p:grpSpPr>
        <a:xfrm>
          <a:off x="0" y="0"/>
          <a:ext cx="0" cy="0"/>
          <a:chOff x="0" y="0"/>
          <a:chExt cx="0" cy="0"/>
        </a:xfrm>
      </p:grpSpPr>
      <p:sp>
        <p:nvSpPr>
          <p:cNvPr id="311" name="Google Shape;311;p67"/>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204ECF"/>
                </a:solidFill>
                <a:latin typeface="Proxima Nova"/>
                <a:ea typeface="Proxima Nova"/>
                <a:cs typeface="Proxima Nova"/>
                <a:sym typeface="Proxima Nova"/>
              </a:rPr>
              <a:t> </a:t>
            </a:r>
            <a:r>
              <a:rPr b="0" i="0" lang="en-US" sz="800" u="none" cap="none" strike="noStrike">
                <a:solidFill>
                  <a:srgbClr val="204ECF"/>
                </a:solidFill>
                <a:latin typeface="Proxima Nova"/>
                <a:ea typeface="Proxima Nova"/>
                <a:cs typeface="Proxima Nova"/>
                <a:sym typeface="Proxima Nova"/>
              </a:rPr>
              <a:t>Confidential </a:t>
            </a:r>
            <a:r>
              <a:rPr b="0" i="0" lang="en-US" sz="1100" u="none" cap="none" strike="noStrike">
                <a:solidFill>
                  <a:srgbClr val="204ECF"/>
                </a:solidFill>
                <a:latin typeface="Proxima Nova"/>
                <a:ea typeface="Proxima Nova"/>
                <a:cs typeface="Proxima Nova"/>
                <a:sym typeface="Proxima Nova"/>
              </a:rPr>
              <a:t> | </a:t>
            </a:r>
            <a:fld id="{00000000-1234-1234-1234-123412341234}" type="slidenum">
              <a:rPr b="0" i="0" lang="en-US" sz="1100" u="none" cap="none" strike="noStrike">
                <a:solidFill>
                  <a:srgbClr val="204ECF"/>
                </a:solidFill>
                <a:latin typeface="Proxima Nova"/>
                <a:ea typeface="Proxima Nova"/>
                <a:cs typeface="Proxima Nova"/>
                <a:sym typeface="Proxima Nova"/>
              </a:rPr>
              <a:t>‹#›</a:t>
            </a:fld>
            <a:endParaRPr b="0" i="0" sz="1100" u="none" cap="none" strike="noStrike">
              <a:solidFill>
                <a:srgbClr val="204ECF"/>
              </a:solidFill>
              <a:latin typeface="Proxima Nova"/>
              <a:ea typeface="Proxima Nova"/>
              <a:cs typeface="Proxima Nova"/>
              <a:sym typeface="Proxima Nova"/>
            </a:endParaRPr>
          </a:p>
        </p:txBody>
      </p:sp>
      <p:pic>
        <p:nvPicPr>
          <p:cNvPr id="312" name="Google Shape;312;p67"/>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
        <p:nvSpPr>
          <p:cNvPr id="313" name="Google Shape;313;p67"/>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p:txBody>
      </p:sp>
      <p:sp>
        <p:nvSpPr>
          <p:cNvPr id="314" name="Google Shape;314;p67"/>
          <p:cNvSpPr txBox="1"/>
          <p:nvPr>
            <p:ph idx="1" type="body"/>
          </p:nvPr>
        </p:nvSpPr>
        <p:spPr>
          <a:xfrm>
            <a:off x="264160" y="766667"/>
            <a:ext cx="116634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 – Standard Text – Dark Blue">
  <p:cSld name="CUSTOM_1_1_1_2">
    <p:bg>
      <p:bgPr>
        <a:solidFill>
          <a:srgbClr val="0F256E"/>
        </a:solidFill>
      </p:bgPr>
    </p:bg>
    <p:spTree>
      <p:nvGrpSpPr>
        <p:cNvPr id="315" name="Shape 315"/>
        <p:cNvGrpSpPr/>
        <p:nvPr/>
      </p:nvGrpSpPr>
      <p:grpSpPr>
        <a:xfrm>
          <a:off x="0" y="0"/>
          <a:ext cx="0" cy="0"/>
          <a:chOff x="0" y="0"/>
          <a:chExt cx="0" cy="0"/>
        </a:xfrm>
      </p:grpSpPr>
      <p:sp>
        <p:nvSpPr>
          <p:cNvPr id="316" name="Google Shape;316;p68"/>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317" name="Google Shape;317;p68"/>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318" name="Google Shape;318;p68"/>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319" name="Google Shape;319;p68"/>
          <p:cNvSpPr txBox="1"/>
          <p:nvPr>
            <p:ph idx="1" type="body"/>
          </p:nvPr>
        </p:nvSpPr>
        <p:spPr>
          <a:xfrm>
            <a:off x="264160" y="766667"/>
            <a:ext cx="116634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 – Standard Text – Blue">
  <p:cSld name="CUSTOM_1_1_1_2_2">
    <p:bg>
      <p:bgPr>
        <a:solidFill>
          <a:srgbClr val="204ECF"/>
        </a:solidFill>
      </p:bgPr>
    </p:bg>
    <p:spTree>
      <p:nvGrpSpPr>
        <p:cNvPr id="320" name="Shape 320"/>
        <p:cNvGrpSpPr/>
        <p:nvPr/>
      </p:nvGrpSpPr>
      <p:grpSpPr>
        <a:xfrm>
          <a:off x="0" y="0"/>
          <a:ext cx="0" cy="0"/>
          <a:chOff x="0" y="0"/>
          <a:chExt cx="0" cy="0"/>
        </a:xfrm>
      </p:grpSpPr>
      <p:sp>
        <p:nvSpPr>
          <p:cNvPr id="321" name="Google Shape;321;p69"/>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322" name="Google Shape;322;p69"/>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323" name="Google Shape;323;p69"/>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324" name="Google Shape;324;p69"/>
          <p:cNvSpPr txBox="1"/>
          <p:nvPr>
            <p:ph idx="1" type="body"/>
          </p:nvPr>
        </p:nvSpPr>
        <p:spPr>
          <a:xfrm>
            <a:off x="264160" y="766667"/>
            <a:ext cx="116634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 – Standard Text – Medium Blue">
  <p:cSld name="CUSTOM_1_1_1_2_2_1">
    <p:bg>
      <p:bgPr>
        <a:solidFill>
          <a:srgbClr val="183A9E"/>
        </a:solidFill>
      </p:bgPr>
    </p:bg>
    <p:spTree>
      <p:nvGrpSpPr>
        <p:cNvPr id="325" name="Shape 325"/>
        <p:cNvGrpSpPr/>
        <p:nvPr/>
      </p:nvGrpSpPr>
      <p:grpSpPr>
        <a:xfrm>
          <a:off x="0" y="0"/>
          <a:ext cx="0" cy="0"/>
          <a:chOff x="0" y="0"/>
          <a:chExt cx="0" cy="0"/>
        </a:xfrm>
      </p:grpSpPr>
      <p:sp>
        <p:nvSpPr>
          <p:cNvPr id="326" name="Google Shape;326;p70"/>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327" name="Google Shape;327;p70"/>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328" name="Google Shape;328;p70"/>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329" name="Google Shape;329;p70"/>
          <p:cNvSpPr txBox="1"/>
          <p:nvPr>
            <p:ph idx="1" type="body"/>
          </p:nvPr>
        </p:nvSpPr>
        <p:spPr>
          <a:xfrm>
            <a:off x="264160" y="766667"/>
            <a:ext cx="116634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 – Standard Text – Dark Grey">
  <p:cSld name="CUSTOM_1_1_1_2_2_1_1">
    <p:bg>
      <p:bgPr>
        <a:solidFill>
          <a:srgbClr val="262D3D"/>
        </a:solidFill>
      </p:bgPr>
    </p:bg>
    <p:spTree>
      <p:nvGrpSpPr>
        <p:cNvPr id="330" name="Shape 330"/>
        <p:cNvGrpSpPr/>
        <p:nvPr/>
      </p:nvGrpSpPr>
      <p:grpSpPr>
        <a:xfrm>
          <a:off x="0" y="0"/>
          <a:ext cx="0" cy="0"/>
          <a:chOff x="0" y="0"/>
          <a:chExt cx="0" cy="0"/>
        </a:xfrm>
      </p:grpSpPr>
      <p:sp>
        <p:nvSpPr>
          <p:cNvPr id="331" name="Google Shape;331;p71"/>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332" name="Google Shape;332;p71"/>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333" name="Google Shape;333;p71"/>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334" name="Google Shape;334;p71"/>
          <p:cNvSpPr txBox="1"/>
          <p:nvPr>
            <p:ph idx="1" type="body"/>
          </p:nvPr>
        </p:nvSpPr>
        <p:spPr>
          <a:xfrm>
            <a:off x="264160" y="766667"/>
            <a:ext cx="116634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 Left Highlight – Blue">
  <p:cSld name="CUSTOM_10">
    <p:bg>
      <p:bgPr>
        <a:solidFill>
          <a:schemeClr val="lt1"/>
        </a:solidFill>
      </p:bgPr>
    </p:bg>
    <p:spTree>
      <p:nvGrpSpPr>
        <p:cNvPr id="335" name="Shape 335"/>
        <p:cNvGrpSpPr/>
        <p:nvPr/>
      </p:nvGrpSpPr>
      <p:grpSpPr>
        <a:xfrm>
          <a:off x="0" y="0"/>
          <a:ext cx="0" cy="0"/>
          <a:chOff x="0" y="0"/>
          <a:chExt cx="0" cy="0"/>
        </a:xfrm>
      </p:grpSpPr>
      <p:sp>
        <p:nvSpPr>
          <p:cNvPr id="336" name="Google Shape;336;p72"/>
          <p:cNvSpPr/>
          <p:nvPr/>
        </p:nvSpPr>
        <p:spPr>
          <a:xfrm>
            <a:off x="0" y="0"/>
            <a:ext cx="4262400" cy="6858000"/>
          </a:xfrm>
          <a:prstGeom prst="rect">
            <a:avLst/>
          </a:prstGeom>
          <a:solidFill>
            <a:srgbClr val="204EC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72"/>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204ECF"/>
                </a:solidFill>
                <a:latin typeface="Proxima Nova"/>
                <a:ea typeface="Proxima Nova"/>
                <a:cs typeface="Proxima Nova"/>
                <a:sym typeface="Proxima Nova"/>
              </a:rPr>
              <a:t> </a:t>
            </a:r>
            <a:r>
              <a:rPr b="0" i="0" lang="en-US" sz="800" u="none" cap="none" strike="noStrike">
                <a:solidFill>
                  <a:srgbClr val="204ECF"/>
                </a:solidFill>
                <a:latin typeface="Proxima Nova"/>
                <a:ea typeface="Proxima Nova"/>
                <a:cs typeface="Proxima Nova"/>
                <a:sym typeface="Proxima Nova"/>
              </a:rPr>
              <a:t>Confidential </a:t>
            </a:r>
            <a:r>
              <a:rPr b="0" i="0" lang="en-US" sz="1100" u="none" cap="none" strike="noStrike">
                <a:solidFill>
                  <a:srgbClr val="204ECF"/>
                </a:solidFill>
                <a:latin typeface="Proxima Nova"/>
                <a:ea typeface="Proxima Nova"/>
                <a:cs typeface="Proxima Nova"/>
                <a:sym typeface="Proxima Nova"/>
              </a:rPr>
              <a:t> | </a:t>
            </a:r>
            <a:fld id="{00000000-1234-1234-1234-123412341234}" type="slidenum">
              <a:rPr b="0" i="0" lang="en-US" sz="1100" u="none" cap="none" strike="noStrike">
                <a:solidFill>
                  <a:srgbClr val="204ECF"/>
                </a:solidFill>
                <a:latin typeface="Proxima Nova"/>
                <a:ea typeface="Proxima Nova"/>
                <a:cs typeface="Proxima Nova"/>
                <a:sym typeface="Proxima Nova"/>
              </a:rPr>
              <a:t>‹#›</a:t>
            </a:fld>
            <a:endParaRPr b="0" i="0" sz="1100" u="none" cap="none" strike="noStrike">
              <a:solidFill>
                <a:srgbClr val="204ECF"/>
              </a:solidFill>
              <a:latin typeface="Proxima Nova"/>
              <a:ea typeface="Proxima Nova"/>
              <a:cs typeface="Proxima Nova"/>
              <a:sym typeface="Proxima Nova"/>
            </a:endParaRPr>
          </a:p>
        </p:txBody>
      </p:sp>
      <p:pic>
        <p:nvPicPr>
          <p:cNvPr id="338" name="Google Shape;338;p72"/>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339" name="Google Shape;339;p72"/>
          <p:cNvSpPr txBox="1"/>
          <p:nvPr>
            <p:ph type="title"/>
          </p:nvPr>
        </p:nvSpPr>
        <p:spPr>
          <a:xfrm>
            <a:off x="264160" y="201733"/>
            <a:ext cx="37488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340" name="Google Shape;340;p72"/>
          <p:cNvSpPr txBox="1"/>
          <p:nvPr>
            <p:ph idx="1" type="body"/>
          </p:nvPr>
        </p:nvSpPr>
        <p:spPr>
          <a:xfrm>
            <a:off x="264160" y="1195600"/>
            <a:ext cx="36303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
        <p:nvSpPr>
          <p:cNvPr id="341" name="Google Shape;341;p72"/>
          <p:cNvSpPr txBox="1"/>
          <p:nvPr>
            <p:ph idx="2" type="title"/>
          </p:nvPr>
        </p:nvSpPr>
        <p:spPr>
          <a:xfrm>
            <a:off x="4441882" y="201733"/>
            <a:ext cx="74859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342" name="Google Shape;342;p72"/>
          <p:cNvSpPr txBox="1"/>
          <p:nvPr>
            <p:ph idx="3" type="body"/>
          </p:nvPr>
        </p:nvSpPr>
        <p:spPr>
          <a:xfrm>
            <a:off x="4441882" y="1195600"/>
            <a:ext cx="7384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 Left Highlight – Med Blue">
  <p:cSld name="CUSTOM_11">
    <p:bg>
      <p:bgPr>
        <a:solidFill>
          <a:schemeClr val="lt1"/>
        </a:solidFill>
      </p:bgPr>
    </p:bg>
    <p:spTree>
      <p:nvGrpSpPr>
        <p:cNvPr id="343" name="Shape 343"/>
        <p:cNvGrpSpPr/>
        <p:nvPr/>
      </p:nvGrpSpPr>
      <p:grpSpPr>
        <a:xfrm>
          <a:off x="0" y="0"/>
          <a:ext cx="0" cy="0"/>
          <a:chOff x="0" y="0"/>
          <a:chExt cx="0" cy="0"/>
        </a:xfrm>
      </p:grpSpPr>
      <p:sp>
        <p:nvSpPr>
          <p:cNvPr id="344" name="Google Shape;344;p73"/>
          <p:cNvSpPr/>
          <p:nvPr/>
        </p:nvSpPr>
        <p:spPr>
          <a:xfrm>
            <a:off x="0" y="0"/>
            <a:ext cx="4262400" cy="6858000"/>
          </a:xfrm>
          <a:prstGeom prst="rect">
            <a:avLst/>
          </a:prstGeom>
          <a:solidFill>
            <a:schemeClr val="accen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73"/>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204ECF"/>
                </a:solidFill>
                <a:latin typeface="Proxima Nova"/>
                <a:ea typeface="Proxima Nova"/>
                <a:cs typeface="Proxima Nova"/>
                <a:sym typeface="Proxima Nova"/>
              </a:rPr>
              <a:t> </a:t>
            </a:r>
            <a:r>
              <a:rPr b="0" i="0" lang="en-US" sz="800" u="none" cap="none" strike="noStrike">
                <a:solidFill>
                  <a:srgbClr val="204ECF"/>
                </a:solidFill>
                <a:latin typeface="Proxima Nova"/>
                <a:ea typeface="Proxima Nova"/>
                <a:cs typeface="Proxima Nova"/>
                <a:sym typeface="Proxima Nova"/>
              </a:rPr>
              <a:t>Confidential </a:t>
            </a:r>
            <a:r>
              <a:rPr b="0" i="0" lang="en-US" sz="1100" u="none" cap="none" strike="noStrike">
                <a:solidFill>
                  <a:srgbClr val="204ECF"/>
                </a:solidFill>
                <a:latin typeface="Proxima Nova"/>
                <a:ea typeface="Proxima Nova"/>
                <a:cs typeface="Proxima Nova"/>
                <a:sym typeface="Proxima Nova"/>
              </a:rPr>
              <a:t> | </a:t>
            </a:r>
            <a:fld id="{00000000-1234-1234-1234-123412341234}" type="slidenum">
              <a:rPr b="0" i="0" lang="en-US" sz="1100" u="none" cap="none" strike="noStrike">
                <a:solidFill>
                  <a:srgbClr val="204ECF"/>
                </a:solidFill>
                <a:latin typeface="Proxima Nova"/>
                <a:ea typeface="Proxima Nova"/>
                <a:cs typeface="Proxima Nova"/>
                <a:sym typeface="Proxima Nova"/>
              </a:rPr>
              <a:t>‹#›</a:t>
            </a:fld>
            <a:endParaRPr b="0" i="0" sz="1100" u="none" cap="none" strike="noStrike">
              <a:solidFill>
                <a:srgbClr val="204ECF"/>
              </a:solidFill>
              <a:latin typeface="Proxima Nova"/>
              <a:ea typeface="Proxima Nova"/>
              <a:cs typeface="Proxima Nova"/>
              <a:sym typeface="Proxima Nova"/>
            </a:endParaRPr>
          </a:p>
        </p:txBody>
      </p:sp>
      <p:pic>
        <p:nvPicPr>
          <p:cNvPr id="346" name="Google Shape;346;p73"/>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347" name="Google Shape;347;p73"/>
          <p:cNvSpPr txBox="1"/>
          <p:nvPr>
            <p:ph type="title"/>
          </p:nvPr>
        </p:nvSpPr>
        <p:spPr>
          <a:xfrm>
            <a:off x="264160" y="201733"/>
            <a:ext cx="37488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348" name="Google Shape;348;p73"/>
          <p:cNvSpPr txBox="1"/>
          <p:nvPr>
            <p:ph idx="1" type="body"/>
          </p:nvPr>
        </p:nvSpPr>
        <p:spPr>
          <a:xfrm>
            <a:off x="264160" y="1195600"/>
            <a:ext cx="36303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
        <p:nvSpPr>
          <p:cNvPr id="349" name="Google Shape;349;p73"/>
          <p:cNvSpPr txBox="1"/>
          <p:nvPr>
            <p:ph idx="2" type="title"/>
          </p:nvPr>
        </p:nvSpPr>
        <p:spPr>
          <a:xfrm>
            <a:off x="4441882" y="201733"/>
            <a:ext cx="74859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350" name="Google Shape;350;p73"/>
          <p:cNvSpPr txBox="1"/>
          <p:nvPr>
            <p:ph idx="3" type="body"/>
          </p:nvPr>
        </p:nvSpPr>
        <p:spPr>
          <a:xfrm>
            <a:off x="4441882" y="1195600"/>
            <a:ext cx="7384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 Left Highlight – Dark Blue">
  <p:cSld name="CUSTOM_12">
    <p:bg>
      <p:bgPr>
        <a:solidFill>
          <a:schemeClr val="lt1"/>
        </a:solidFill>
      </p:bgPr>
    </p:bg>
    <p:spTree>
      <p:nvGrpSpPr>
        <p:cNvPr id="351" name="Shape 351"/>
        <p:cNvGrpSpPr/>
        <p:nvPr/>
      </p:nvGrpSpPr>
      <p:grpSpPr>
        <a:xfrm>
          <a:off x="0" y="0"/>
          <a:ext cx="0" cy="0"/>
          <a:chOff x="0" y="0"/>
          <a:chExt cx="0" cy="0"/>
        </a:xfrm>
      </p:grpSpPr>
      <p:sp>
        <p:nvSpPr>
          <p:cNvPr id="352" name="Google Shape;352;p74"/>
          <p:cNvSpPr/>
          <p:nvPr/>
        </p:nvSpPr>
        <p:spPr>
          <a:xfrm>
            <a:off x="0" y="0"/>
            <a:ext cx="4262400" cy="68580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74"/>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204ECF"/>
                </a:solidFill>
                <a:latin typeface="Proxima Nova"/>
                <a:ea typeface="Proxima Nova"/>
                <a:cs typeface="Proxima Nova"/>
                <a:sym typeface="Proxima Nova"/>
              </a:rPr>
              <a:t> </a:t>
            </a:r>
            <a:r>
              <a:rPr b="0" i="0" lang="en-US" sz="800" u="none" cap="none" strike="noStrike">
                <a:solidFill>
                  <a:srgbClr val="204ECF"/>
                </a:solidFill>
                <a:latin typeface="Proxima Nova"/>
                <a:ea typeface="Proxima Nova"/>
                <a:cs typeface="Proxima Nova"/>
                <a:sym typeface="Proxima Nova"/>
              </a:rPr>
              <a:t>Confidential </a:t>
            </a:r>
            <a:r>
              <a:rPr b="0" i="0" lang="en-US" sz="1100" u="none" cap="none" strike="noStrike">
                <a:solidFill>
                  <a:srgbClr val="204ECF"/>
                </a:solidFill>
                <a:latin typeface="Proxima Nova"/>
                <a:ea typeface="Proxima Nova"/>
                <a:cs typeface="Proxima Nova"/>
                <a:sym typeface="Proxima Nova"/>
              </a:rPr>
              <a:t> | </a:t>
            </a:r>
            <a:fld id="{00000000-1234-1234-1234-123412341234}" type="slidenum">
              <a:rPr b="0" i="0" lang="en-US" sz="1100" u="none" cap="none" strike="noStrike">
                <a:solidFill>
                  <a:srgbClr val="204ECF"/>
                </a:solidFill>
                <a:latin typeface="Proxima Nova"/>
                <a:ea typeface="Proxima Nova"/>
                <a:cs typeface="Proxima Nova"/>
                <a:sym typeface="Proxima Nova"/>
              </a:rPr>
              <a:t>‹#›</a:t>
            </a:fld>
            <a:endParaRPr b="0" i="0" sz="1100" u="none" cap="none" strike="noStrike">
              <a:solidFill>
                <a:srgbClr val="204ECF"/>
              </a:solidFill>
              <a:latin typeface="Proxima Nova"/>
              <a:ea typeface="Proxima Nova"/>
              <a:cs typeface="Proxima Nova"/>
              <a:sym typeface="Proxima Nova"/>
            </a:endParaRPr>
          </a:p>
        </p:txBody>
      </p:sp>
      <p:pic>
        <p:nvPicPr>
          <p:cNvPr id="354" name="Google Shape;354;p74"/>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355" name="Google Shape;355;p74"/>
          <p:cNvSpPr txBox="1"/>
          <p:nvPr>
            <p:ph type="title"/>
          </p:nvPr>
        </p:nvSpPr>
        <p:spPr>
          <a:xfrm>
            <a:off x="264160" y="201733"/>
            <a:ext cx="37488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356" name="Google Shape;356;p74"/>
          <p:cNvSpPr txBox="1"/>
          <p:nvPr>
            <p:ph idx="1" type="body"/>
          </p:nvPr>
        </p:nvSpPr>
        <p:spPr>
          <a:xfrm>
            <a:off x="264160" y="1195600"/>
            <a:ext cx="36303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
        <p:nvSpPr>
          <p:cNvPr id="357" name="Google Shape;357;p74"/>
          <p:cNvSpPr txBox="1"/>
          <p:nvPr>
            <p:ph idx="2" type="title"/>
          </p:nvPr>
        </p:nvSpPr>
        <p:spPr>
          <a:xfrm>
            <a:off x="4441882" y="201733"/>
            <a:ext cx="74859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358" name="Google Shape;358;p74"/>
          <p:cNvSpPr txBox="1"/>
          <p:nvPr>
            <p:ph idx="3" type="body"/>
          </p:nvPr>
        </p:nvSpPr>
        <p:spPr>
          <a:xfrm>
            <a:off x="4441882" y="1195600"/>
            <a:ext cx="7384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 Left Highlight – Dark Gray">
  <p:cSld name="CUSTOM_13">
    <p:bg>
      <p:bgPr>
        <a:solidFill>
          <a:schemeClr val="lt1"/>
        </a:solidFill>
      </p:bgPr>
    </p:bg>
    <p:spTree>
      <p:nvGrpSpPr>
        <p:cNvPr id="359" name="Shape 359"/>
        <p:cNvGrpSpPr/>
        <p:nvPr/>
      </p:nvGrpSpPr>
      <p:grpSpPr>
        <a:xfrm>
          <a:off x="0" y="0"/>
          <a:ext cx="0" cy="0"/>
          <a:chOff x="0" y="0"/>
          <a:chExt cx="0" cy="0"/>
        </a:xfrm>
      </p:grpSpPr>
      <p:sp>
        <p:nvSpPr>
          <p:cNvPr id="360" name="Google Shape;360;p75"/>
          <p:cNvSpPr/>
          <p:nvPr/>
        </p:nvSpPr>
        <p:spPr>
          <a:xfrm>
            <a:off x="0" y="0"/>
            <a:ext cx="42624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75"/>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204ECF"/>
                </a:solidFill>
                <a:latin typeface="Proxima Nova"/>
                <a:ea typeface="Proxima Nova"/>
                <a:cs typeface="Proxima Nova"/>
                <a:sym typeface="Proxima Nova"/>
              </a:rPr>
              <a:t> </a:t>
            </a:r>
            <a:r>
              <a:rPr b="0" i="0" lang="en-US" sz="800" u="none" cap="none" strike="noStrike">
                <a:solidFill>
                  <a:srgbClr val="204ECF"/>
                </a:solidFill>
                <a:latin typeface="Proxima Nova"/>
                <a:ea typeface="Proxima Nova"/>
                <a:cs typeface="Proxima Nova"/>
                <a:sym typeface="Proxima Nova"/>
              </a:rPr>
              <a:t>Confidential </a:t>
            </a:r>
            <a:r>
              <a:rPr b="0" i="0" lang="en-US" sz="1100" u="none" cap="none" strike="noStrike">
                <a:solidFill>
                  <a:srgbClr val="204ECF"/>
                </a:solidFill>
                <a:latin typeface="Proxima Nova"/>
                <a:ea typeface="Proxima Nova"/>
                <a:cs typeface="Proxima Nova"/>
                <a:sym typeface="Proxima Nova"/>
              </a:rPr>
              <a:t> | </a:t>
            </a:r>
            <a:fld id="{00000000-1234-1234-1234-123412341234}" type="slidenum">
              <a:rPr b="0" i="0" lang="en-US" sz="1100" u="none" cap="none" strike="noStrike">
                <a:solidFill>
                  <a:srgbClr val="204ECF"/>
                </a:solidFill>
                <a:latin typeface="Proxima Nova"/>
                <a:ea typeface="Proxima Nova"/>
                <a:cs typeface="Proxima Nova"/>
                <a:sym typeface="Proxima Nova"/>
              </a:rPr>
              <a:t>‹#›</a:t>
            </a:fld>
            <a:endParaRPr b="0" i="0" sz="1100" u="none" cap="none" strike="noStrike">
              <a:solidFill>
                <a:srgbClr val="204ECF"/>
              </a:solidFill>
              <a:latin typeface="Proxima Nova"/>
              <a:ea typeface="Proxima Nova"/>
              <a:cs typeface="Proxima Nova"/>
              <a:sym typeface="Proxima Nova"/>
            </a:endParaRPr>
          </a:p>
        </p:txBody>
      </p:sp>
      <p:pic>
        <p:nvPicPr>
          <p:cNvPr id="362" name="Google Shape;362;p75"/>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363" name="Google Shape;363;p75"/>
          <p:cNvSpPr txBox="1"/>
          <p:nvPr>
            <p:ph type="title"/>
          </p:nvPr>
        </p:nvSpPr>
        <p:spPr>
          <a:xfrm>
            <a:off x="264160" y="201733"/>
            <a:ext cx="37488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364" name="Google Shape;364;p75"/>
          <p:cNvSpPr txBox="1"/>
          <p:nvPr>
            <p:ph idx="1" type="body"/>
          </p:nvPr>
        </p:nvSpPr>
        <p:spPr>
          <a:xfrm>
            <a:off x="264160" y="1195600"/>
            <a:ext cx="36303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
        <p:nvSpPr>
          <p:cNvPr id="365" name="Google Shape;365;p75"/>
          <p:cNvSpPr txBox="1"/>
          <p:nvPr>
            <p:ph idx="2" type="title"/>
          </p:nvPr>
        </p:nvSpPr>
        <p:spPr>
          <a:xfrm>
            <a:off x="4441882" y="201733"/>
            <a:ext cx="74859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366" name="Google Shape;366;p75"/>
          <p:cNvSpPr txBox="1"/>
          <p:nvPr>
            <p:ph idx="3" type="body"/>
          </p:nvPr>
        </p:nvSpPr>
        <p:spPr>
          <a:xfrm>
            <a:off x="4441882" y="1195600"/>
            <a:ext cx="7384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 Left Highlight – Light Gray">
  <p:cSld name="CUSTOM_14">
    <p:bg>
      <p:bgPr>
        <a:solidFill>
          <a:schemeClr val="lt1"/>
        </a:solidFill>
      </p:bgPr>
    </p:bg>
    <p:spTree>
      <p:nvGrpSpPr>
        <p:cNvPr id="367" name="Shape 367"/>
        <p:cNvGrpSpPr/>
        <p:nvPr/>
      </p:nvGrpSpPr>
      <p:grpSpPr>
        <a:xfrm>
          <a:off x="0" y="0"/>
          <a:ext cx="0" cy="0"/>
          <a:chOff x="0" y="0"/>
          <a:chExt cx="0" cy="0"/>
        </a:xfrm>
      </p:grpSpPr>
      <p:sp>
        <p:nvSpPr>
          <p:cNvPr id="368" name="Google Shape;368;p76"/>
          <p:cNvSpPr/>
          <p:nvPr/>
        </p:nvSpPr>
        <p:spPr>
          <a:xfrm>
            <a:off x="0" y="0"/>
            <a:ext cx="42624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76"/>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204ECF"/>
                </a:solidFill>
                <a:latin typeface="Proxima Nova"/>
                <a:ea typeface="Proxima Nova"/>
                <a:cs typeface="Proxima Nova"/>
                <a:sym typeface="Proxima Nova"/>
              </a:rPr>
              <a:t> </a:t>
            </a:r>
            <a:r>
              <a:rPr b="0" i="0" lang="en-US" sz="800" u="none" cap="none" strike="noStrike">
                <a:solidFill>
                  <a:srgbClr val="204ECF"/>
                </a:solidFill>
                <a:latin typeface="Proxima Nova"/>
                <a:ea typeface="Proxima Nova"/>
                <a:cs typeface="Proxima Nova"/>
                <a:sym typeface="Proxima Nova"/>
              </a:rPr>
              <a:t>Confidential </a:t>
            </a:r>
            <a:r>
              <a:rPr b="0" i="0" lang="en-US" sz="1100" u="none" cap="none" strike="noStrike">
                <a:solidFill>
                  <a:srgbClr val="204ECF"/>
                </a:solidFill>
                <a:latin typeface="Proxima Nova"/>
                <a:ea typeface="Proxima Nova"/>
                <a:cs typeface="Proxima Nova"/>
                <a:sym typeface="Proxima Nova"/>
              </a:rPr>
              <a:t> | </a:t>
            </a:r>
            <a:fld id="{00000000-1234-1234-1234-123412341234}" type="slidenum">
              <a:rPr b="0" i="0" lang="en-US" sz="1100" u="none" cap="none" strike="noStrike">
                <a:solidFill>
                  <a:srgbClr val="204ECF"/>
                </a:solidFill>
                <a:latin typeface="Proxima Nova"/>
                <a:ea typeface="Proxima Nova"/>
                <a:cs typeface="Proxima Nova"/>
                <a:sym typeface="Proxima Nova"/>
              </a:rPr>
              <a:t>‹#›</a:t>
            </a:fld>
            <a:endParaRPr b="0" i="0" sz="1100" u="none" cap="none" strike="noStrike">
              <a:solidFill>
                <a:srgbClr val="204ECF"/>
              </a:solidFill>
              <a:latin typeface="Proxima Nova"/>
              <a:ea typeface="Proxima Nova"/>
              <a:cs typeface="Proxima Nova"/>
              <a:sym typeface="Proxima Nova"/>
            </a:endParaRPr>
          </a:p>
        </p:txBody>
      </p:sp>
      <p:sp>
        <p:nvSpPr>
          <p:cNvPr id="370" name="Google Shape;370;p76"/>
          <p:cNvSpPr txBox="1"/>
          <p:nvPr>
            <p:ph type="title"/>
          </p:nvPr>
        </p:nvSpPr>
        <p:spPr>
          <a:xfrm>
            <a:off x="264160" y="201733"/>
            <a:ext cx="37488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371" name="Google Shape;371;p76"/>
          <p:cNvSpPr txBox="1"/>
          <p:nvPr>
            <p:ph idx="1" type="body"/>
          </p:nvPr>
        </p:nvSpPr>
        <p:spPr>
          <a:xfrm>
            <a:off x="264160" y="1195600"/>
            <a:ext cx="36303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
        <p:nvSpPr>
          <p:cNvPr id="372" name="Google Shape;372;p76"/>
          <p:cNvSpPr txBox="1"/>
          <p:nvPr>
            <p:ph idx="2" type="title"/>
          </p:nvPr>
        </p:nvSpPr>
        <p:spPr>
          <a:xfrm>
            <a:off x="4441882" y="201733"/>
            <a:ext cx="74859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373" name="Google Shape;373;p76"/>
          <p:cNvSpPr txBox="1"/>
          <p:nvPr>
            <p:ph idx="3" type="body"/>
          </p:nvPr>
        </p:nvSpPr>
        <p:spPr>
          <a:xfrm>
            <a:off x="4441882" y="1195600"/>
            <a:ext cx="7384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pic>
        <p:nvPicPr>
          <p:cNvPr id="374" name="Google Shape;374;p76"/>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 – Blank – White">
  <p:cSld name="CUSTOM_1_1_1_1_4_1">
    <p:bg>
      <p:bgPr>
        <a:solidFill>
          <a:srgbClr val="FFFFFF"/>
        </a:solidFill>
      </p:bgPr>
    </p:bg>
    <p:spTree>
      <p:nvGrpSpPr>
        <p:cNvPr id="375" name="Shape 375"/>
        <p:cNvGrpSpPr/>
        <p:nvPr/>
      </p:nvGrpSpPr>
      <p:grpSpPr>
        <a:xfrm>
          <a:off x="0" y="0"/>
          <a:ext cx="0" cy="0"/>
          <a:chOff x="0" y="0"/>
          <a:chExt cx="0" cy="0"/>
        </a:xfrm>
      </p:grpSpPr>
      <p:sp>
        <p:nvSpPr>
          <p:cNvPr id="376" name="Google Shape;376;p77"/>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204ECF"/>
                </a:solidFill>
                <a:latin typeface="Proxima Nova"/>
                <a:ea typeface="Proxima Nova"/>
                <a:cs typeface="Proxima Nova"/>
                <a:sym typeface="Proxima Nova"/>
              </a:rPr>
              <a:t> </a:t>
            </a:r>
            <a:r>
              <a:rPr b="0" i="0" lang="en-US" sz="800" u="none" cap="none" strike="noStrike">
                <a:solidFill>
                  <a:srgbClr val="204ECF"/>
                </a:solidFill>
                <a:latin typeface="Proxima Nova"/>
                <a:ea typeface="Proxima Nova"/>
                <a:cs typeface="Proxima Nova"/>
                <a:sym typeface="Proxima Nova"/>
              </a:rPr>
              <a:t>Confidential </a:t>
            </a:r>
            <a:r>
              <a:rPr b="0" i="0" lang="en-US" sz="1100" u="none" cap="none" strike="noStrike">
                <a:solidFill>
                  <a:srgbClr val="204ECF"/>
                </a:solidFill>
                <a:latin typeface="Proxima Nova"/>
                <a:ea typeface="Proxima Nova"/>
                <a:cs typeface="Proxima Nova"/>
                <a:sym typeface="Proxima Nova"/>
              </a:rPr>
              <a:t> | </a:t>
            </a:r>
            <a:fld id="{00000000-1234-1234-1234-123412341234}" type="slidenum">
              <a:rPr b="0" i="0" lang="en-US" sz="1100" u="none" cap="none" strike="noStrike">
                <a:solidFill>
                  <a:srgbClr val="204ECF"/>
                </a:solidFill>
                <a:latin typeface="Proxima Nova"/>
                <a:ea typeface="Proxima Nova"/>
                <a:cs typeface="Proxima Nova"/>
                <a:sym typeface="Proxima Nova"/>
              </a:rPr>
              <a:t>‹#›</a:t>
            </a:fld>
            <a:endParaRPr b="0" i="0" sz="1100" u="none" cap="none" strike="noStrike">
              <a:solidFill>
                <a:srgbClr val="204ECF"/>
              </a:solidFill>
              <a:latin typeface="Proxima Nova"/>
              <a:ea typeface="Proxima Nova"/>
              <a:cs typeface="Proxima Nova"/>
              <a:sym typeface="Proxima Nova"/>
            </a:endParaRPr>
          </a:p>
        </p:txBody>
      </p:sp>
      <p:pic>
        <p:nvPicPr>
          <p:cNvPr id="377" name="Google Shape;377;p77"/>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 – Blank – Blue">
  <p:cSld name="CUSTOM_1_1_1_1_4_1_1">
    <p:bg>
      <p:bgPr>
        <a:solidFill>
          <a:srgbClr val="1A54CD"/>
        </a:solidFill>
      </p:bgPr>
    </p:bg>
    <p:spTree>
      <p:nvGrpSpPr>
        <p:cNvPr id="378" name="Shape 378"/>
        <p:cNvGrpSpPr/>
        <p:nvPr/>
      </p:nvGrpSpPr>
      <p:grpSpPr>
        <a:xfrm>
          <a:off x="0" y="0"/>
          <a:ext cx="0" cy="0"/>
          <a:chOff x="0" y="0"/>
          <a:chExt cx="0" cy="0"/>
        </a:xfrm>
      </p:grpSpPr>
      <p:sp>
        <p:nvSpPr>
          <p:cNvPr id="379" name="Google Shape;379;p78"/>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380" name="Google Shape;380;p78"/>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Tree>
  </p:cSld>
  <p:clrMapOvr>
    <a:masterClrMapping/>
  </p:clrMapOvr>
  <p:extLst>
    <p:ext uri="{DCECCB84-F9BA-43D5-87BE-67443E8EF086}">
      <p15:sldGuideLst>
        <p15:guide id="1" pos="230">
          <p15:clr>
            <a:srgbClr val="FA7B17"/>
          </p15:clr>
        </p15:guide>
        <p15:guide id="2" orient="horz" pos="192">
          <p15:clr>
            <a:srgbClr val="FA7B17"/>
          </p15:clr>
        </p15:guide>
        <p15:guide id="3" orient="horz" pos="4147">
          <p15:clr>
            <a:srgbClr val="FA7B17"/>
          </p15:clr>
        </p15:guide>
        <p15:guide id="4" pos="7449">
          <p15:clr>
            <a:srgbClr val="FA7B17"/>
          </p15:clr>
        </p15:guide>
      </p15:sldGuideLst>
    </p:ext>
  </p:extLst>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 – Blank – Med Blue">
  <p:cSld name="CUSTOM_1_1_1_1_4_1_1_2">
    <p:bg>
      <p:bgPr>
        <a:solidFill>
          <a:srgbClr val="183A9E"/>
        </a:solidFill>
      </p:bgPr>
    </p:bg>
    <p:spTree>
      <p:nvGrpSpPr>
        <p:cNvPr id="381" name="Shape 381"/>
        <p:cNvGrpSpPr/>
        <p:nvPr/>
      </p:nvGrpSpPr>
      <p:grpSpPr>
        <a:xfrm>
          <a:off x="0" y="0"/>
          <a:ext cx="0" cy="0"/>
          <a:chOff x="0" y="0"/>
          <a:chExt cx="0" cy="0"/>
        </a:xfrm>
      </p:grpSpPr>
      <p:sp>
        <p:nvSpPr>
          <p:cNvPr id="382" name="Google Shape;382;p79"/>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383" name="Google Shape;383;p79"/>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 – Blank – Dark Blue">
  <p:cSld name="CUSTOM_1_1_1_1_4_1_1_2_1">
    <p:bg>
      <p:bgPr>
        <a:solidFill>
          <a:srgbClr val="0F256E"/>
        </a:solidFill>
      </p:bgPr>
    </p:bg>
    <p:spTree>
      <p:nvGrpSpPr>
        <p:cNvPr id="384" name="Shape 384"/>
        <p:cNvGrpSpPr/>
        <p:nvPr/>
      </p:nvGrpSpPr>
      <p:grpSpPr>
        <a:xfrm>
          <a:off x="0" y="0"/>
          <a:ext cx="0" cy="0"/>
          <a:chOff x="0" y="0"/>
          <a:chExt cx="0" cy="0"/>
        </a:xfrm>
      </p:grpSpPr>
      <p:sp>
        <p:nvSpPr>
          <p:cNvPr id="385" name="Google Shape;385;p80"/>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386" name="Google Shape;386;p80"/>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 – Blank – Dark Grey">
  <p:cSld name="CUSTOM_1_1_1_1_4_1_1_1">
    <p:bg>
      <p:bgPr>
        <a:solidFill>
          <a:srgbClr val="262D3D"/>
        </a:solidFill>
      </p:bgPr>
    </p:bg>
    <p:spTree>
      <p:nvGrpSpPr>
        <p:cNvPr id="387" name="Shape 387"/>
        <p:cNvGrpSpPr/>
        <p:nvPr/>
      </p:nvGrpSpPr>
      <p:grpSpPr>
        <a:xfrm>
          <a:off x="0" y="0"/>
          <a:ext cx="0" cy="0"/>
          <a:chOff x="0" y="0"/>
          <a:chExt cx="0" cy="0"/>
        </a:xfrm>
      </p:grpSpPr>
      <p:sp>
        <p:nvSpPr>
          <p:cNvPr id="388" name="Google Shape;388;p81"/>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389" name="Google Shape;389;p81"/>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 – Right Highlight – Blue">
  <p:cSld name="CUSTOM_1_1_1_1_4_1_1_1_1">
    <p:bg>
      <p:bgPr>
        <a:solidFill>
          <a:schemeClr val="lt1"/>
        </a:solidFill>
      </p:bgPr>
    </p:bg>
    <p:spTree>
      <p:nvGrpSpPr>
        <p:cNvPr id="390" name="Shape 390"/>
        <p:cNvGrpSpPr/>
        <p:nvPr/>
      </p:nvGrpSpPr>
      <p:grpSpPr>
        <a:xfrm>
          <a:off x="0" y="0"/>
          <a:ext cx="0" cy="0"/>
          <a:chOff x="0" y="0"/>
          <a:chExt cx="0" cy="0"/>
        </a:xfrm>
      </p:grpSpPr>
      <p:sp>
        <p:nvSpPr>
          <p:cNvPr id="391" name="Google Shape;391;p82"/>
          <p:cNvSpPr/>
          <p:nvPr/>
        </p:nvSpPr>
        <p:spPr>
          <a:xfrm>
            <a:off x="7310372" y="333"/>
            <a:ext cx="4881600" cy="6858000"/>
          </a:xfrm>
          <a:prstGeom prst="rect">
            <a:avLst/>
          </a:prstGeom>
          <a:solidFill>
            <a:schemeClr val="accent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roxima Nova"/>
              <a:ea typeface="Proxima Nova"/>
              <a:cs typeface="Proxima Nova"/>
              <a:sym typeface="Proxima Nova"/>
            </a:endParaRPr>
          </a:p>
        </p:txBody>
      </p:sp>
      <p:sp>
        <p:nvSpPr>
          <p:cNvPr id="392" name="Google Shape;392;p82"/>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393" name="Google Shape;393;p82"/>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
        <p:nvSpPr>
          <p:cNvPr id="394" name="Google Shape;394;p82"/>
          <p:cNvSpPr txBox="1"/>
          <p:nvPr>
            <p:ph type="title"/>
          </p:nvPr>
        </p:nvSpPr>
        <p:spPr>
          <a:xfrm>
            <a:off x="264160" y="201733"/>
            <a:ext cx="68097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395" name="Google Shape;395;p82"/>
          <p:cNvSpPr txBox="1"/>
          <p:nvPr>
            <p:ph idx="1" type="body"/>
          </p:nvPr>
        </p:nvSpPr>
        <p:spPr>
          <a:xfrm>
            <a:off x="264160" y="1195600"/>
            <a:ext cx="68097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
        <p:nvSpPr>
          <p:cNvPr id="396" name="Google Shape;396;p82"/>
          <p:cNvSpPr txBox="1"/>
          <p:nvPr>
            <p:ph idx="2" type="title"/>
          </p:nvPr>
        </p:nvSpPr>
        <p:spPr>
          <a:xfrm>
            <a:off x="7546832" y="201733"/>
            <a:ext cx="43806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397" name="Google Shape;397;p82"/>
          <p:cNvSpPr txBox="1"/>
          <p:nvPr>
            <p:ph idx="3" type="body"/>
          </p:nvPr>
        </p:nvSpPr>
        <p:spPr>
          <a:xfrm>
            <a:off x="7546832" y="1195600"/>
            <a:ext cx="4279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 – Right Highlight – Med Blue">
  <p:cSld name="CUSTOM_1_1_1_1_4_1_1_1_1_4">
    <p:bg>
      <p:bgPr>
        <a:solidFill>
          <a:schemeClr val="lt1"/>
        </a:solidFill>
      </p:bgPr>
    </p:bg>
    <p:spTree>
      <p:nvGrpSpPr>
        <p:cNvPr id="398" name="Shape 398"/>
        <p:cNvGrpSpPr/>
        <p:nvPr/>
      </p:nvGrpSpPr>
      <p:grpSpPr>
        <a:xfrm>
          <a:off x="0" y="0"/>
          <a:ext cx="0" cy="0"/>
          <a:chOff x="0" y="0"/>
          <a:chExt cx="0" cy="0"/>
        </a:xfrm>
      </p:grpSpPr>
      <p:sp>
        <p:nvSpPr>
          <p:cNvPr id="399" name="Google Shape;399;p83"/>
          <p:cNvSpPr/>
          <p:nvPr/>
        </p:nvSpPr>
        <p:spPr>
          <a:xfrm>
            <a:off x="7310372" y="333"/>
            <a:ext cx="4881600" cy="6858000"/>
          </a:xfrm>
          <a:prstGeom prst="rect">
            <a:avLst/>
          </a:prstGeom>
          <a:solidFill>
            <a:schemeClr val="accen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roxima Nova"/>
              <a:ea typeface="Proxima Nova"/>
              <a:cs typeface="Proxima Nova"/>
              <a:sym typeface="Proxima Nova"/>
            </a:endParaRPr>
          </a:p>
        </p:txBody>
      </p:sp>
      <p:sp>
        <p:nvSpPr>
          <p:cNvPr id="400" name="Google Shape;400;p83"/>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401" name="Google Shape;401;p83"/>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
        <p:nvSpPr>
          <p:cNvPr id="402" name="Google Shape;402;p83"/>
          <p:cNvSpPr txBox="1"/>
          <p:nvPr>
            <p:ph type="title"/>
          </p:nvPr>
        </p:nvSpPr>
        <p:spPr>
          <a:xfrm>
            <a:off x="264160" y="201733"/>
            <a:ext cx="68097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403" name="Google Shape;403;p83"/>
          <p:cNvSpPr txBox="1"/>
          <p:nvPr>
            <p:ph idx="1" type="body"/>
          </p:nvPr>
        </p:nvSpPr>
        <p:spPr>
          <a:xfrm>
            <a:off x="264160" y="1195600"/>
            <a:ext cx="68097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
        <p:nvSpPr>
          <p:cNvPr id="404" name="Google Shape;404;p83"/>
          <p:cNvSpPr txBox="1"/>
          <p:nvPr>
            <p:ph idx="2" type="title"/>
          </p:nvPr>
        </p:nvSpPr>
        <p:spPr>
          <a:xfrm>
            <a:off x="7546832" y="201733"/>
            <a:ext cx="43806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2700"/>
              <a:buFont typeface="Proxima Nova"/>
              <a:buNone/>
              <a:defRPr b="0" i="0" sz="27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405" name="Google Shape;405;p83"/>
          <p:cNvSpPr txBox="1"/>
          <p:nvPr>
            <p:ph idx="3" type="body"/>
          </p:nvPr>
        </p:nvSpPr>
        <p:spPr>
          <a:xfrm>
            <a:off x="7546832" y="1195600"/>
            <a:ext cx="4279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 – Right Highlight – Dark Blue">
  <p:cSld name="CUSTOM_1_1_1_1_4_1_1_1_1_3">
    <p:bg>
      <p:bgPr>
        <a:solidFill>
          <a:schemeClr val="lt1"/>
        </a:solidFill>
      </p:bgPr>
    </p:bg>
    <p:spTree>
      <p:nvGrpSpPr>
        <p:cNvPr id="406" name="Shape 406"/>
        <p:cNvGrpSpPr/>
        <p:nvPr/>
      </p:nvGrpSpPr>
      <p:grpSpPr>
        <a:xfrm>
          <a:off x="0" y="0"/>
          <a:ext cx="0" cy="0"/>
          <a:chOff x="0" y="0"/>
          <a:chExt cx="0" cy="0"/>
        </a:xfrm>
      </p:grpSpPr>
      <p:pic>
        <p:nvPicPr>
          <p:cNvPr id="407" name="Google Shape;407;p84"/>
          <p:cNvPicPr preferRelativeResize="0"/>
          <p:nvPr/>
        </p:nvPicPr>
        <p:blipFill rotWithShape="1">
          <a:blip r:embed="rId2">
            <a:alphaModFix/>
          </a:blip>
          <a:srcRect b="0" l="0" r="0" t="0"/>
          <a:stretch/>
        </p:blipFill>
        <p:spPr>
          <a:xfrm>
            <a:off x="264159" y="6353667"/>
            <a:ext cx="169954" cy="232892"/>
          </a:xfrm>
          <a:prstGeom prst="rect">
            <a:avLst/>
          </a:prstGeom>
          <a:noFill/>
          <a:ln>
            <a:noFill/>
          </a:ln>
        </p:spPr>
      </p:pic>
      <p:sp>
        <p:nvSpPr>
          <p:cNvPr id="408" name="Google Shape;408;p84"/>
          <p:cNvSpPr/>
          <p:nvPr/>
        </p:nvSpPr>
        <p:spPr>
          <a:xfrm>
            <a:off x="7310372" y="333"/>
            <a:ext cx="4881600" cy="6858000"/>
          </a:xfrm>
          <a:prstGeom prst="rect">
            <a:avLst/>
          </a:prstGeom>
          <a:solidFill>
            <a:schemeClr val="accent3"/>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roxima Nova"/>
              <a:ea typeface="Proxima Nova"/>
              <a:cs typeface="Proxima Nova"/>
              <a:sym typeface="Proxima Nova"/>
            </a:endParaRPr>
          </a:p>
        </p:txBody>
      </p:sp>
      <p:sp>
        <p:nvSpPr>
          <p:cNvPr id="409" name="Google Shape;409;p84"/>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410" name="Google Shape;410;p84"/>
          <p:cNvPicPr preferRelativeResize="0"/>
          <p:nvPr/>
        </p:nvPicPr>
        <p:blipFill rotWithShape="1">
          <a:blip r:embed="rId3">
            <a:alphaModFix/>
          </a:blip>
          <a:srcRect b="0" l="229" r="229" t="0"/>
          <a:stretch/>
        </p:blipFill>
        <p:spPr>
          <a:xfrm>
            <a:off x="264160" y="6350765"/>
            <a:ext cx="165162" cy="232879"/>
          </a:xfrm>
          <a:prstGeom prst="rect">
            <a:avLst/>
          </a:prstGeom>
          <a:noFill/>
          <a:ln>
            <a:noFill/>
          </a:ln>
        </p:spPr>
      </p:pic>
      <p:sp>
        <p:nvSpPr>
          <p:cNvPr id="411" name="Google Shape;411;p84"/>
          <p:cNvSpPr txBox="1"/>
          <p:nvPr>
            <p:ph type="title"/>
          </p:nvPr>
        </p:nvSpPr>
        <p:spPr>
          <a:xfrm>
            <a:off x="264160" y="201733"/>
            <a:ext cx="68097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412" name="Google Shape;412;p84"/>
          <p:cNvSpPr txBox="1"/>
          <p:nvPr>
            <p:ph idx="1" type="body"/>
          </p:nvPr>
        </p:nvSpPr>
        <p:spPr>
          <a:xfrm>
            <a:off x="264160" y="1195600"/>
            <a:ext cx="68097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
        <p:nvSpPr>
          <p:cNvPr id="413" name="Google Shape;413;p84"/>
          <p:cNvSpPr txBox="1"/>
          <p:nvPr>
            <p:ph idx="2" type="title"/>
          </p:nvPr>
        </p:nvSpPr>
        <p:spPr>
          <a:xfrm>
            <a:off x="7546832" y="201733"/>
            <a:ext cx="43806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5"/>
              </a:buClr>
              <a:buSzPts val="2700"/>
              <a:buFont typeface="Proxima Nova"/>
              <a:buNone/>
              <a:defRPr b="0" i="0" sz="2700" u="none" cap="none" strike="noStrike">
                <a:solidFill>
                  <a:schemeClr val="accent5"/>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2pPr>
            <a:lvl3pPr lvl="2"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3pPr>
            <a:lvl4pPr lvl="3"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4pPr>
            <a:lvl5pPr lvl="4"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5pPr>
            <a:lvl6pPr lvl="5"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6pPr>
            <a:lvl7pPr lvl="6"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7pPr>
            <a:lvl8pPr lvl="7"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8pPr>
            <a:lvl9pPr lvl="8"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9pPr>
          </a:lstStyle>
          <a:p/>
        </p:txBody>
      </p:sp>
      <p:sp>
        <p:nvSpPr>
          <p:cNvPr id="414" name="Google Shape;414;p84"/>
          <p:cNvSpPr txBox="1"/>
          <p:nvPr>
            <p:ph idx="3" type="body"/>
          </p:nvPr>
        </p:nvSpPr>
        <p:spPr>
          <a:xfrm>
            <a:off x="7546832" y="1195600"/>
            <a:ext cx="4279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 – Right Highlight – Dark Gray">
  <p:cSld name="CUSTOM_1_1_1_1_4_1_1_1_1_2">
    <p:bg>
      <p:bgPr>
        <a:solidFill>
          <a:schemeClr val="lt1"/>
        </a:solidFill>
      </p:bgPr>
    </p:bg>
    <p:spTree>
      <p:nvGrpSpPr>
        <p:cNvPr id="415" name="Shape 415"/>
        <p:cNvGrpSpPr/>
        <p:nvPr/>
      </p:nvGrpSpPr>
      <p:grpSpPr>
        <a:xfrm>
          <a:off x="0" y="0"/>
          <a:ext cx="0" cy="0"/>
          <a:chOff x="0" y="0"/>
          <a:chExt cx="0" cy="0"/>
        </a:xfrm>
      </p:grpSpPr>
      <p:sp>
        <p:nvSpPr>
          <p:cNvPr id="416" name="Google Shape;416;p85"/>
          <p:cNvSpPr/>
          <p:nvPr/>
        </p:nvSpPr>
        <p:spPr>
          <a:xfrm>
            <a:off x="7310372" y="333"/>
            <a:ext cx="48816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roxima Nova"/>
              <a:ea typeface="Proxima Nova"/>
              <a:cs typeface="Proxima Nova"/>
              <a:sym typeface="Proxima Nova"/>
            </a:endParaRPr>
          </a:p>
        </p:txBody>
      </p:sp>
      <p:sp>
        <p:nvSpPr>
          <p:cNvPr id="417" name="Google Shape;417;p85"/>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418" name="Google Shape;418;p85"/>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
        <p:nvSpPr>
          <p:cNvPr id="419" name="Google Shape;419;p85"/>
          <p:cNvSpPr txBox="1"/>
          <p:nvPr>
            <p:ph type="title"/>
          </p:nvPr>
        </p:nvSpPr>
        <p:spPr>
          <a:xfrm>
            <a:off x="264160" y="201733"/>
            <a:ext cx="68097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420" name="Google Shape;420;p85"/>
          <p:cNvSpPr txBox="1"/>
          <p:nvPr>
            <p:ph idx="1" type="body"/>
          </p:nvPr>
        </p:nvSpPr>
        <p:spPr>
          <a:xfrm>
            <a:off x="264160" y="1195600"/>
            <a:ext cx="68097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
        <p:nvSpPr>
          <p:cNvPr id="421" name="Google Shape;421;p85"/>
          <p:cNvSpPr txBox="1"/>
          <p:nvPr>
            <p:ph idx="2" type="title"/>
          </p:nvPr>
        </p:nvSpPr>
        <p:spPr>
          <a:xfrm>
            <a:off x="7546832" y="201733"/>
            <a:ext cx="43806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5"/>
              </a:buClr>
              <a:buSzPts val="2700"/>
              <a:buFont typeface="Proxima Nova"/>
              <a:buNone/>
              <a:defRPr b="0" i="0" sz="2700" u="none" cap="none" strike="noStrike">
                <a:solidFill>
                  <a:schemeClr val="accent5"/>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2pPr>
            <a:lvl3pPr lvl="2"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3pPr>
            <a:lvl4pPr lvl="3"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4pPr>
            <a:lvl5pPr lvl="4"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5pPr>
            <a:lvl6pPr lvl="5"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6pPr>
            <a:lvl7pPr lvl="6"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7pPr>
            <a:lvl8pPr lvl="7"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8pPr>
            <a:lvl9pPr lvl="8" marR="0" rtl="0" algn="l">
              <a:lnSpc>
                <a:spcPct val="100000"/>
              </a:lnSpc>
              <a:spcBef>
                <a:spcPts val="0"/>
              </a:spcBef>
              <a:spcAft>
                <a:spcPts val="0"/>
              </a:spcAft>
              <a:buClr>
                <a:schemeClr val="accent5"/>
              </a:buClr>
              <a:buSzPts val="1900"/>
              <a:buFont typeface="Arial"/>
              <a:buNone/>
              <a:defRPr b="0" i="0" sz="1900" u="none" cap="none" strike="noStrike">
                <a:solidFill>
                  <a:schemeClr val="accent5"/>
                </a:solidFill>
                <a:latin typeface="Arial"/>
                <a:ea typeface="Arial"/>
                <a:cs typeface="Arial"/>
                <a:sym typeface="Arial"/>
              </a:defRPr>
            </a:lvl9pPr>
          </a:lstStyle>
          <a:p/>
        </p:txBody>
      </p:sp>
      <p:sp>
        <p:nvSpPr>
          <p:cNvPr id="422" name="Google Shape;422;p85"/>
          <p:cNvSpPr txBox="1"/>
          <p:nvPr>
            <p:ph idx="3" type="body"/>
          </p:nvPr>
        </p:nvSpPr>
        <p:spPr>
          <a:xfrm>
            <a:off x="7546832" y="1195600"/>
            <a:ext cx="4279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lt1"/>
              </a:buClr>
              <a:buSzPts val="1600"/>
              <a:buFont typeface="Proxima Nova"/>
              <a:buChar char="■"/>
              <a:defRPr b="0" i="0" sz="1600" u="none" cap="none" strike="noStrike">
                <a:solidFill>
                  <a:schemeClr val="lt1"/>
                </a:solidFill>
                <a:latin typeface="Proxima Nova"/>
                <a:ea typeface="Proxima Nova"/>
                <a:cs typeface="Proxima Nova"/>
                <a:sym typeface="Proxima Nova"/>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 – Right Highlight – Light Gray">
  <p:cSld name="CUSTOM_1_1_1_1_4_1_1_1_1_1">
    <p:bg>
      <p:bgPr>
        <a:solidFill>
          <a:schemeClr val="lt1"/>
        </a:solidFill>
      </p:bgPr>
    </p:bg>
    <p:spTree>
      <p:nvGrpSpPr>
        <p:cNvPr id="423" name="Shape 423"/>
        <p:cNvGrpSpPr/>
        <p:nvPr/>
      </p:nvGrpSpPr>
      <p:grpSpPr>
        <a:xfrm>
          <a:off x="0" y="0"/>
          <a:ext cx="0" cy="0"/>
          <a:chOff x="0" y="0"/>
          <a:chExt cx="0" cy="0"/>
        </a:xfrm>
      </p:grpSpPr>
      <p:sp>
        <p:nvSpPr>
          <p:cNvPr id="424" name="Google Shape;424;p86"/>
          <p:cNvSpPr/>
          <p:nvPr/>
        </p:nvSpPr>
        <p:spPr>
          <a:xfrm>
            <a:off x="7310372" y="333"/>
            <a:ext cx="48816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Proxima Nova"/>
              <a:ea typeface="Proxima Nova"/>
              <a:cs typeface="Proxima Nova"/>
              <a:sym typeface="Proxima Nova"/>
            </a:endParaRPr>
          </a:p>
        </p:txBody>
      </p:sp>
      <p:sp>
        <p:nvSpPr>
          <p:cNvPr id="425" name="Google Shape;425;p86"/>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Proxima Nova"/>
                <a:ea typeface="Proxima Nova"/>
                <a:cs typeface="Proxima Nova"/>
                <a:sym typeface="Proxima Nova"/>
              </a:rPr>
              <a:t> </a:t>
            </a:r>
            <a:r>
              <a:rPr b="0" i="0" lang="en-US" sz="800" u="none" cap="none" strike="noStrike">
                <a:solidFill>
                  <a:srgbClr val="FFFFFF"/>
                </a:solidFill>
                <a:latin typeface="Proxima Nova"/>
                <a:ea typeface="Proxima Nova"/>
                <a:cs typeface="Proxima Nova"/>
                <a:sym typeface="Proxima Nova"/>
              </a:rPr>
              <a:t>Confidential </a:t>
            </a:r>
            <a:r>
              <a:rPr b="0" i="0" lang="en-US" sz="1100" u="none" cap="none" strike="noStrike">
                <a:solidFill>
                  <a:srgbClr val="FFFFFF"/>
                </a:solidFill>
                <a:latin typeface="Proxima Nova"/>
                <a:ea typeface="Proxima Nova"/>
                <a:cs typeface="Proxima Nova"/>
                <a:sym typeface="Proxima Nova"/>
              </a:rPr>
              <a:t> | </a:t>
            </a:r>
            <a:fld id="{00000000-1234-1234-1234-123412341234}" type="slidenum">
              <a:rPr b="0" i="0" lang="en-US" sz="1100" u="none" cap="none" strike="noStrike">
                <a:solidFill>
                  <a:srgbClr val="FFFFFF"/>
                </a:solidFill>
                <a:latin typeface="Proxima Nova"/>
                <a:ea typeface="Proxima Nova"/>
                <a:cs typeface="Proxima Nova"/>
                <a:sym typeface="Proxima Nova"/>
              </a:rPr>
              <a:t>‹#›</a:t>
            </a:fld>
            <a:endParaRPr b="0" i="0" sz="1100" u="none" cap="none" strike="noStrike">
              <a:solidFill>
                <a:srgbClr val="FFFFFF"/>
              </a:solidFill>
              <a:latin typeface="Proxima Nova"/>
              <a:ea typeface="Proxima Nova"/>
              <a:cs typeface="Proxima Nova"/>
              <a:sym typeface="Proxima Nova"/>
            </a:endParaRPr>
          </a:p>
        </p:txBody>
      </p:sp>
      <p:pic>
        <p:nvPicPr>
          <p:cNvPr id="426" name="Google Shape;426;p86"/>
          <p:cNvPicPr preferRelativeResize="0"/>
          <p:nvPr/>
        </p:nvPicPr>
        <p:blipFill rotWithShape="1">
          <a:blip r:embed="rId2">
            <a:alphaModFix/>
          </a:blip>
          <a:srcRect b="0" l="229" r="229" t="0"/>
          <a:stretch/>
        </p:blipFill>
        <p:spPr>
          <a:xfrm>
            <a:off x="264160" y="6350765"/>
            <a:ext cx="165162" cy="232879"/>
          </a:xfrm>
          <a:prstGeom prst="rect">
            <a:avLst/>
          </a:prstGeom>
          <a:noFill/>
          <a:ln>
            <a:noFill/>
          </a:ln>
        </p:spPr>
      </p:pic>
      <p:sp>
        <p:nvSpPr>
          <p:cNvPr id="427" name="Google Shape;427;p86"/>
          <p:cNvSpPr txBox="1"/>
          <p:nvPr>
            <p:ph type="title"/>
          </p:nvPr>
        </p:nvSpPr>
        <p:spPr>
          <a:xfrm>
            <a:off x="264160" y="201733"/>
            <a:ext cx="68097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chemeClr val="lt1"/>
              </a:buClr>
              <a:buSzPts val="1900"/>
              <a:buFont typeface="Arial"/>
              <a:buNone/>
              <a:defRPr b="0" i="0" sz="1900" u="none" cap="none" strike="noStrike">
                <a:solidFill>
                  <a:schemeClr val="lt1"/>
                </a:solidFill>
                <a:latin typeface="Arial"/>
                <a:ea typeface="Arial"/>
                <a:cs typeface="Arial"/>
                <a:sym typeface="Arial"/>
              </a:defRPr>
            </a:lvl9pPr>
          </a:lstStyle>
          <a:p/>
        </p:txBody>
      </p:sp>
      <p:sp>
        <p:nvSpPr>
          <p:cNvPr id="428" name="Google Shape;428;p86"/>
          <p:cNvSpPr txBox="1"/>
          <p:nvPr>
            <p:ph idx="1" type="body"/>
          </p:nvPr>
        </p:nvSpPr>
        <p:spPr>
          <a:xfrm>
            <a:off x="264160" y="1195600"/>
            <a:ext cx="68097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
        <p:nvSpPr>
          <p:cNvPr id="429" name="Google Shape;429;p86"/>
          <p:cNvSpPr txBox="1"/>
          <p:nvPr>
            <p:ph idx="2" type="title"/>
          </p:nvPr>
        </p:nvSpPr>
        <p:spPr>
          <a:xfrm>
            <a:off x="7546832" y="201733"/>
            <a:ext cx="43806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430" name="Google Shape;430;p86"/>
          <p:cNvSpPr txBox="1"/>
          <p:nvPr>
            <p:ph idx="3" type="body"/>
          </p:nvPr>
        </p:nvSpPr>
        <p:spPr>
          <a:xfrm>
            <a:off x="7546832" y="1195600"/>
            <a:ext cx="4279200" cy="44667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1pPr>
            <a:lvl2pPr indent="-330200" lvl="1" marL="914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2pPr>
            <a:lvl3pPr indent="-330200" lvl="2" marL="1371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3pPr>
            <a:lvl4pPr indent="-330200" lvl="3" marL="1828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4pPr>
            <a:lvl5pPr indent="-330200" lvl="4" marL="22860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5pPr>
            <a:lvl6pPr indent="-330200" lvl="5" marL="27432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6pPr>
            <a:lvl7pPr indent="-330200" lvl="6" marL="32004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7pPr>
            <a:lvl8pPr indent="-330200" lvl="7" marL="36576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8pPr>
            <a:lvl9pPr indent="-330200" lvl="8" marL="4114800" marR="0" rtl="0" algn="l">
              <a:lnSpc>
                <a:spcPct val="100000"/>
              </a:lnSpc>
              <a:spcBef>
                <a:spcPts val="0"/>
              </a:spcBef>
              <a:spcAft>
                <a:spcPts val="0"/>
              </a:spcAft>
              <a:buClr>
                <a:schemeClr val="dk1"/>
              </a:buClr>
              <a:buSzPts val="1600"/>
              <a:buFont typeface="Proxima Nova"/>
              <a:buChar char="■"/>
              <a:defRPr b="0" i="0" sz="1600" u="none" cap="none" strike="noStrike">
                <a:solidFill>
                  <a:schemeClr val="dk1"/>
                </a:solidFill>
                <a:latin typeface="Proxima Nova"/>
                <a:ea typeface="Proxima Nova"/>
                <a:cs typeface="Proxima Nova"/>
                <a:sym typeface="Proxima Nova"/>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 – Cover – Option 1">
  <p:cSld name="TITLE_1">
    <p:bg>
      <p:bgPr>
        <a:solidFill>
          <a:srgbClr val="0F256E"/>
        </a:solidFill>
      </p:bgPr>
    </p:bg>
    <p:spTree>
      <p:nvGrpSpPr>
        <p:cNvPr id="431" name="Shape 431"/>
        <p:cNvGrpSpPr/>
        <p:nvPr/>
      </p:nvGrpSpPr>
      <p:grpSpPr>
        <a:xfrm>
          <a:off x="0" y="0"/>
          <a:ext cx="0" cy="0"/>
          <a:chOff x="0" y="0"/>
          <a:chExt cx="0" cy="0"/>
        </a:xfrm>
      </p:grpSpPr>
      <p:pic>
        <p:nvPicPr>
          <p:cNvPr id="432" name="Google Shape;432;p87"/>
          <p:cNvPicPr preferRelativeResize="0"/>
          <p:nvPr/>
        </p:nvPicPr>
        <p:blipFill rotWithShape="1">
          <a:blip r:embed="rId2">
            <a:alphaModFix/>
          </a:blip>
          <a:srcRect b="0" l="0" r="0" t="0"/>
          <a:stretch/>
        </p:blipFill>
        <p:spPr>
          <a:xfrm>
            <a:off x="0" y="1674"/>
            <a:ext cx="12191676" cy="6854471"/>
          </a:xfrm>
          <a:prstGeom prst="rect">
            <a:avLst/>
          </a:prstGeom>
          <a:noFill/>
          <a:ln>
            <a:noFill/>
          </a:ln>
        </p:spPr>
      </p:pic>
      <p:pic>
        <p:nvPicPr>
          <p:cNvPr id="433" name="Google Shape;433;p87"/>
          <p:cNvPicPr preferRelativeResize="0"/>
          <p:nvPr/>
        </p:nvPicPr>
        <p:blipFill rotWithShape="1">
          <a:blip r:embed="rId3">
            <a:alphaModFix/>
          </a:blip>
          <a:srcRect b="0" l="0" r="0" t="0"/>
          <a:stretch/>
        </p:blipFill>
        <p:spPr>
          <a:xfrm>
            <a:off x="458221" y="558667"/>
            <a:ext cx="1574287" cy="447389"/>
          </a:xfrm>
          <a:prstGeom prst="rect">
            <a:avLst/>
          </a:prstGeom>
          <a:noFill/>
          <a:ln>
            <a:noFill/>
          </a:ln>
        </p:spPr>
      </p:pic>
      <p:sp>
        <p:nvSpPr>
          <p:cNvPr id="434" name="Google Shape;434;p87"/>
          <p:cNvSpPr txBox="1"/>
          <p:nvPr>
            <p:ph type="title"/>
          </p:nvPr>
        </p:nvSpPr>
        <p:spPr>
          <a:xfrm>
            <a:off x="365757" y="3578200"/>
            <a:ext cx="5307600" cy="14451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4000"/>
              <a:buFont typeface="Proxima Nova"/>
              <a:buNone/>
              <a:defRPr b="1" i="0" sz="40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p:txBody>
      </p:sp>
      <p:sp>
        <p:nvSpPr>
          <p:cNvPr id="435" name="Google Shape;435;p87"/>
          <p:cNvSpPr txBox="1"/>
          <p:nvPr>
            <p:ph idx="1" type="subTitle"/>
          </p:nvPr>
        </p:nvSpPr>
        <p:spPr>
          <a:xfrm>
            <a:off x="365757" y="4957700"/>
            <a:ext cx="5307600" cy="604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5"/>
              </a:buClr>
              <a:buSzPts val="1900"/>
              <a:buFont typeface="Proxima Nova"/>
              <a:buNone/>
              <a:defRPr b="1" i="0" sz="1900" u="none" cap="none" strike="noStrike">
                <a:solidFill>
                  <a:schemeClr val="accent5"/>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p:txBody>
      </p:sp>
      <p:cxnSp>
        <p:nvCxnSpPr>
          <p:cNvPr id="436" name="Google Shape;436;p87"/>
          <p:cNvCxnSpPr/>
          <p:nvPr/>
        </p:nvCxnSpPr>
        <p:spPr>
          <a:xfrm>
            <a:off x="458221" y="5667133"/>
            <a:ext cx="1155900" cy="0"/>
          </a:xfrm>
          <a:prstGeom prst="straightConnector1">
            <a:avLst/>
          </a:prstGeom>
          <a:noFill/>
          <a:ln cap="flat" cmpd="sng" w="12700">
            <a:solidFill>
              <a:schemeClr val="lt1"/>
            </a:solidFill>
            <a:prstDash val="solid"/>
            <a:round/>
            <a:headEnd len="sm" w="sm" type="none"/>
            <a:tailEnd len="sm" w="sm" type="none"/>
          </a:ln>
        </p:spPr>
      </p:cxn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 – Cover – Option 2">
  <p:cSld name="TITLE_1_1_1">
    <p:bg>
      <p:bgPr>
        <a:solidFill>
          <a:srgbClr val="0F256E"/>
        </a:solidFill>
      </p:bgPr>
    </p:bg>
    <p:spTree>
      <p:nvGrpSpPr>
        <p:cNvPr id="437" name="Shape 437"/>
        <p:cNvGrpSpPr/>
        <p:nvPr/>
      </p:nvGrpSpPr>
      <p:grpSpPr>
        <a:xfrm>
          <a:off x="0" y="0"/>
          <a:ext cx="0" cy="0"/>
          <a:chOff x="0" y="0"/>
          <a:chExt cx="0" cy="0"/>
        </a:xfrm>
      </p:grpSpPr>
      <p:pic>
        <p:nvPicPr>
          <p:cNvPr id="438" name="Google Shape;438;p88"/>
          <p:cNvPicPr preferRelativeResize="0"/>
          <p:nvPr/>
        </p:nvPicPr>
        <p:blipFill rotWithShape="1">
          <a:blip r:embed="rId2">
            <a:alphaModFix/>
          </a:blip>
          <a:srcRect b="0" l="0" r="0" t="0"/>
          <a:stretch/>
        </p:blipFill>
        <p:spPr>
          <a:xfrm>
            <a:off x="0" y="0"/>
            <a:ext cx="12191698" cy="6857819"/>
          </a:xfrm>
          <a:prstGeom prst="rect">
            <a:avLst/>
          </a:prstGeom>
          <a:noFill/>
          <a:ln>
            <a:noFill/>
          </a:ln>
        </p:spPr>
      </p:pic>
      <p:pic>
        <p:nvPicPr>
          <p:cNvPr id="439" name="Google Shape;439;p88"/>
          <p:cNvPicPr preferRelativeResize="0"/>
          <p:nvPr/>
        </p:nvPicPr>
        <p:blipFill rotWithShape="1">
          <a:blip r:embed="rId3">
            <a:alphaModFix/>
          </a:blip>
          <a:srcRect b="0" l="0" r="0" t="0"/>
          <a:stretch/>
        </p:blipFill>
        <p:spPr>
          <a:xfrm>
            <a:off x="9996100" y="571800"/>
            <a:ext cx="1574287" cy="447389"/>
          </a:xfrm>
          <a:prstGeom prst="rect">
            <a:avLst/>
          </a:prstGeom>
          <a:noFill/>
          <a:ln>
            <a:noFill/>
          </a:ln>
        </p:spPr>
      </p:pic>
      <p:sp>
        <p:nvSpPr>
          <p:cNvPr id="440" name="Google Shape;440;p88"/>
          <p:cNvSpPr txBox="1"/>
          <p:nvPr>
            <p:ph type="title"/>
          </p:nvPr>
        </p:nvSpPr>
        <p:spPr>
          <a:xfrm>
            <a:off x="825578" y="2724267"/>
            <a:ext cx="9795300" cy="11709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lt1"/>
              </a:buClr>
              <a:buSzPts val="5300"/>
              <a:buFont typeface="Proxima Nova"/>
              <a:buNone/>
              <a:defRPr b="1" i="0" sz="53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5300"/>
              <a:buFont typeface="Arial"/>
              <a:buNone/>
              <a:defRPr b="0" i="0" sz="5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5300"/>
              <a:buFont typeface="Arial"/>
              <a:buNone/>
              <a:defRPr b="0" i="0" sz="5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5300"/>
              <a:buFont typeface="Arial"/>
              <a:buNone/>
              <a:defRPr b="0" i="0" sz="5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5300"/>
              <a:buFont typeface="Arial"/>
              <a:buNone/>
              <a:defRPr b="0" i="0" sz="5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5300"/>
              <a:buFont typeface="Arial"/>
              <a:buNone/>
              <a:defRPr b="0" i="0" sz="5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5300"/>
              <a:buFont typeface="Arial"/>
              <a:buNone/>
              <a:defRPr b="0" i="0" sz="5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5300"/>
              <a:buFont typeface="Arial"/>
              <a:buNone/>
              <a:defRPr b="0" i="0" sz="5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5300"/>
              <a:buFont typeface="Arial"/>
              <a:buNone/>
              <a:defRPr b="0" i="0" sz="5300" u="none" cap="none" strike="noStrike">
                <a:solidFill>
                  <a:srgbClr val="000000"/>
                </a:solidFill>
                <a:latin typeface="Arial"/>
                <a:ea typeface="Arial"/>
                <a:cs typeface="Arial"/>
                <a:sym typeface="Arial"/>
              </a:defRPr>
            </a:lvl9pPr>
          </a:lstStyle>
          <a:p/>
        </p:txBody>
      </p:sp>
      <p:sp>
        <p:nvSpPr>
          <p:cNvPr id="441" name="Google Shape;441;p88"/>
          <p:cNvSpPr txBox="1"/>
          <p:nvPr>
            <p:ph idx="1" type="subTitle"/>
          </p:nvPr>
        </p:nvSpPr>
        <p:spPr>
          <a:xfrm>
            <a:off x="825578" y="3696500"/>
            <a:ext cx="9795300" cy="604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5"/>
              </a:buClr>
              <a:buSzPts val="2400"/>
              <a:buFont typeface="Proxima Nova"/>
              <a:buNone/>
              <a:defRPr b="1" i="0" sz="2400" u="none" cap="none" strike="noStrike">
                <a:solidFill>
                  <a:schemeClr val="accent5"/>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400"/>
              <a:buFont typeface="Arial"/>
              <a:buNone/>
              <a:defRPr b="0" i="0" sz="2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2" name="Shape 442"/>
        <p:cNvGrpSpPr/>
        <p:nvPr/>
      </p:nvGrpSpPr>
      <p:grpSpPr>
        <a:xfrm>
          <a:off x="0" y="0"/>
          <a:ext cx="0" cy="0"/>
          <a:chOff x="0" y="0"/>
          <a:chExt cx="0" cy="0"/>
        </a:xfrm>
      </p:grpSpPr>
      <p:sp>
        <p:nvSpPr>
          <p:cNvPr id="443" name="Google Shape;443;p8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44" name="Google Shape;444;p8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45" name="Google Shape;445;p8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 – Single Message – White 2">
  <p:cSld name="C – Single Message – White (g3f8c8e3ebaf_101_0)">
    <p:bg>
      <p:bgPr>
        <a:solidFill>
          <a:schemeClr val="lt1"/>
        </a:solidFill>
      </p:bgPr>
    </p:bg>
    <p:spTree>
      <p:nvGrpSpPr>
        <p:cNvPr id="446" name="Shape 446"/>
        <p:cNvGrpSpPr/>
        <p:nvPr/>
      </p:nvGrpSpPr>
      <p:grpSpPr>
        <a:xfrm>
          <a:off x="0" y="0"/>
          <a:ext cx="0" cy="0"/>
          <a:chOff x="0" y="0"/>
          <a:chExt cx="0" cy="0"/>
        </a:xfrm>
      </p:grpSpPr>
      <p:sp>
        <p:nvSpPr>
          <p:cNvPr id="447" name="Google Shape;447;p90"/>
          <p:cNvSpPr txBox="1"/>
          <p:nvPr>
            <p:ph type="title"/>
          </p:nvPr>
        </p:nvSpPr>
        <p:spPr>
          <a:xfrm>
            <a:off x="264160" y="201733"/>
            <a:ext cx="11663400" cy="64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accent1"/>
              </a:buClr>
              <a:buSzPts val="2700"/>
              <a:buFont typeface="Proxima Nova"/>
              <a:buNone/>
              <a:defRPr b="0" i="0" sz="27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1900"/>
              <a:buFont typeface="Arial"/>
              <a:buNone/>
              <a:defRPr b="0" i="0" sz="1900" u="none" cap="none" strike="noStrike">
                <a:solidFill>
                  <a:schemeClr val="accent1"/>
                </a:solidFill>
                <a:latin typeface="Arial"/>
                <a:ea typeface="Arial"/>
                <a:cs typeface="Arial"/>
                <a:sym typeface="Arial"/>
              </a:defRPr>
            </a:lvl9pPr>
          </a:lstStyle>
          <a:p/>
        </p:txBody>
      </p:sp>
      <p:sp>
        <p:nvSpPr>
          <p:cNvPr id="448" name="Google Shape;448;p90"/>
          <p:cNvSpPr txBox="1"/>
          <p:nvPr>
            <p:ph idx="1" type="subTitle"/>
          </p:nvPr>
        </p:nvSpPr>
        <p:spPr>
          <a:xfrm>
            <a:off x="264160" y="766667"/>
            <a:ext cx="11663400" cy="4860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1600"/>
              <a:buFont typeface="Proxima Nova"/>
              <a:buNone/>
              <a:defRPr b="0" i="0" sz="16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900"/>
              <a:buFont typeface="Arial"/>
              <a:buNone/>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45" Type="http://schemas.openxmlformats.org/officeDocument/2006/relationships/theme" Target="../theme/theme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4.xml"/><Relationship Id="rId20" Type="http://schemas.openxmlformats.org/officeDocument/2006/relationships/slideLayout" Target="../slideLayouts/slideLayout64.xml"/><Relationship Id="rId42" Type="http://schemas.openxmlformats.org/officeDocument/2006/relationships/slideLayout" Target="../slideLayouts/slideLayout86.xml"/><Relationship Id="rId41" Type="http://schemas.openxmlformats.org/officeDocument/2006/relationships/slideLayout" Target="../slideLayouts/slideLayout85.xml"/><Relationship Id="rId22" Type="http://schemas.openxmlformats.org/officeDocument/2006/relationships/slideLayout" Target="../slideLayouts/slideLayout66.xml"/><Relationship Id="rId44" Type="http://schemas.openxmlformats.org/officeDocument/2006/relationships/slideLayout" Target="../slideLayouts/slideLayout88.xml"/><Relationship Id="rId21" Type="http://schemas.openxmlformats.org/officeDocument/2006/relationships/slideLayout" Target="../slideLayouts/slideLayout65.xml"/><Relationship Id="rId43" Type="http://schemas.openxmlformats.org/officeDocument/2006/relationships/slideLayout" Target="../slideLayouts/slideLayout87.xml"/><Relationship Id="rId24" Type="http://schemas.openxmlformats.org/officeDocument/2006/relationships/slideLayout" Target="../slideLayouts/slideLayout68.xml"/><Relationship Id="rId23" Type="http://schemas.openxmlformats.org/officeDocument/2006/relationships/slideLayout" Target="../slideLayouts/slideLayout67.xml"/><Relationship Id="rId45" Type="http://schemas.openxmlformats.org/officeDocument/2006/relationships/theme" Target="../theme/theme1.xml"/><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9" Type="http://schemas.openxmlformats.org/officeDocument/2006/relationships/slideLayout" Target="../slideLayouts/slideLayout53.xml"/><Relationship Id="rId26" Type="http://schemas.openxmlformats.org/officeDocument/2006/relationships/slideLayout" Target="../slideLayouts/slideLayout70.xml"/><Relationship Id="rId25" Type="http://schemas.openxmlformats.org/officeDocument/2006/relationships/slideLayout" Target="../slideLayouts/slideLayout69.xml"/><Relationship Id="rId28" Type="http://schemas.openxmlformats.org/officeDocument/2006/relationships/slideLayout" Target="../slideLayouts/slideLayout72.xml"/><Relationship Id="rId27" Type="http://schemas.openxmlformats.org/officeDocument/2006/relationships/slideLayout" Target="../slideLayouts/slideLayout71.xml"/><Relationship Id="rId5" Type="http://schemas.openxmlformats.org/officeDocument/2006/relationships/slideLayout" Target="../slideLayouts/slideLayout49.xml"/><Relationship Id="rId6" Type="http://schemas.openxmlformats.org/officeDocument/2006/relationships/slideLayout" Target="../slideLayouts/slideLayout50.xml"/><Relationship Id="rId29" Type="http://schemas.openxmlformats.org/officeDocument/2006/relationships/slideLayout" Target="../slideLayouts/slideLayout73.xml"/><Relationship Id="rId7" Type="http://schemas.openxmlformats.org/officeDocument/2006/relationships/slideLayout" Target="../slideLayouts/slideLayout51.xml"/><Relationship Id="rId8" Type="http://schemas.openxmlformats.org/officeDocument/2006/relationships/slideLayout" Target="../slideLayouts/slideLayout52.xml"/><Relationship Id="rId31" Type="http://schemas.openxmlformats.org/officeDocument/2006/relationships/slideLayout" Target="../slideLayouts/slideLayout75.xml"/><Relationship Id="rId30" Type="http://schemas.openxmlformats.org/officeDocument/2006/relationships/slideLayout" Target="../slideLayouts/slideLayout74.xml"/><Relationship Id="rId11" Type="http://schemas.openxmlformats.org/officeDocument/2006/relationships/slideLayout" Target="../slideLayouts/slideLayout55.xml"/><Relationship Id="rId33" Type="http://schemas.openxmlformats.org/officeDocument/2006/relationships/slideLayout" Target="../slideLayouts/slideLayout77.xml"/><Relationship Id="rId10" Type="http://schemas.openxmlformats.org/officeDocument/2006/relationships/slideLayout" Target="../slideLayouts/slideLayout54.xml"/><Relationship Id="rId32" Type="http://schemas.openxmlformats.org/officeDocument/2006/relationships/slideLayout" Target="../slideLayouts/slideLayout76.xml"/><Relationship Id="rId13" Type="http://schemas.openxmlformats.org/officeDocument/2006/relationships/slideLayout" Target="../slideLayouts/slideLayout57.xml"/><Relationship Id="rId35" Type="http://schemas.openxmlformats.org/officeDocument/2006/relationships/slideLayout" Target="../slideLayouts/slideLayout79.xml"/><Relationship Id="rId12" Type="http://schemas.openxmlformats.org/officeDocument/2006/relationships/slideLayout" Target="../slideLayouts/slideLayout56.xml"/><Relationship Id="rId34" Type="http://schemas.openxmlformats.org/officeDocument/2006/relationships/slideLayout" Target="../slideLayouts/slideLayout78.xml"/><Relationship Id="rId15" Type="http://schemas.openxmlformats.org/officeDocument/2006/relationships/slideLayout" Target="../slideLayouts/slideLayout59.xml"/><Relationship Id="rId37" Type="http://schemas.openxmlformats.org/officeDocument/2006/relationships/slideLayout" Target="../slideLayouts/slideLayout81.xml"/><Relationship Id="rId14" Type="http://schemas.openxmlformats.org/officeDocument/2006/relationships/slideLayout" Target="../slideLayouts/slideLayout58.xml"/><Relationship Id="rId36" Type="http://schemas.openxmlformats.org/officeDocument/2006/relationships/slideLayout" Target="../slideLayouts/slideLayout80.xml"/><Relationship Id="rId17" Type="http://schemas.openxmlformats.org/officeDocument/2006/relationships/slideLayout" Target="../slideLayouts/slideLayout61.xml"/><Relationship Id="rId39" Type="http://schemas.openxmlformats.org/officeDocument/2006/relationships/slideLayout" Target="../slideLayouts/slideLayout83.xml"/><Relationship Id="rId16" Type="http://schemas.openxmlformats.org/officeDocument/2006/relationships/slideLayout" Target="../slideLayouts/slideLayout60.xml"/><Relationship Id="rId38" Type="http://schemas.openxmlformats.org/officeDocument/2006/relationships/slideLayout" Target="../slideLayouts/slideLayout82.xml"/><Relationship Id="rId19" Type="http://schemas.openxmlformats.org/officeDocument/2006/relationships/slideLayout" Target="../slideLayouts/slideLayout63.xml"/><Relationship Id="rId18"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62D3D"/>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92">
          <p15:clr>
            <a:srgbClr val="EA4335"/>
          </p15:clr>
        </p15:guide>
        <p15:guide id="2" orient="horz" pos="4147">
          <p15:clr>
            <a:srgbClr val="EA4335"/>
          </p15:clr>
        </p15:guide>
        <p15:guide id="3" pos="230">
          <p15:clr>
            <a:srgbClr val="EA4335"/>
          </p15:clr>
        </p15:guide>
        <p15:guide id="4" pos="7449">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62D3D"/>
        </a:solidFill>
      </p:bgPr>
    </p:bg>
    <p:spTree>
      <p:nvGrpSpPr>
        <p:cNvPr id="227" name="Shape 22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25" r:id="rId34"/>
    <p:sldLayoutId id="2147483726" r:id="rId35"/>
    <p:sldLayoutId id="2147483727" r:id="rId36"/>
    <p:sldLayoutId id="2147483728" r:id="rId37"/>
    <p:sldLayoutId id="2147483729" r:id="rId38"/>
    <p:sldLayoutId id="2147483730" r:id="rId39"/>
    <p:sldLayoutId id="2147483731" r:id="rId40"/>
    <p:sldLayoutId id="2147483732" r:id="rId41"/>
    <p:sldLayoutId id="2147483733" r:id="rId42"/>
    <p:sldLayoutId id="2147483734" r:id="rId43"/>
    <p:sldLayoutId id="2147483735"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92">
          <p15:clr>
            <a:srgbClr val="EA4335"/>
          </p15:clr>
        </p15:guide>
        <p15:guide id="2" orient="horz" pos="4147">
          <p15:clr>
            <a:srgbClr val="EA4335"/>
          </p15:clr>
        </p15:guide>
        <p15:guide id="3" pos="230">
          <p15:clr>
            <a:srgbClr val="EA4335"/>
          </p15:clr>
        </p15:guide>
        <p15:guide id="4" pos="7449">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91"/>
          <p:cNvSpPr txBox="1"/>
          <p:nvPr>
            <p:ph type="title"/>
          </p:nvPr>
        </p:nvSpPr>
        <p:spPr>
          <a:xfrm>
            <a:off x="1219725" y="2826000"/>
            <a:ext cx="10399800" cy="68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4300"/>
              <a:buNone/>
            </a:pPr>
            <a:r>
              <a:rPr lang="en-US"/>
              <a:t>Delivery Governance Operating Layer</a:t>
            </a:r>
            <a:endParaRPr/>
          </a:p>
          <a:p>
            <a:pPr indent="0" lvl="0" marL="0" rtl="0" algn="l">
              <a:lnSpc>
                <a:spcPct val="100000"/>
              </a:lnSpc>
              <a:spcBef>
                <a:spcPts val="0"/>
              </a:spcBef>
              <a:spcAft>
                <a:spcPts val="0"/>
              </a:spcAft>
              <a:buSzPts val="4300"/>
              <a:buNone/>
            </a:pPr>
            <a:r>
              <a:t/>
            </a:r>
            <a:endParaRPr/>
          </a:p>
        </p:txBody>
      </p:sp>
      <p:sp>
        <p:nvSpPr>
          <p:cNvPr id="455" name="Google Shape;455;p91"/>
          <p:cNvSpPr txBox="1"/>
          <p:nvPr>
            <p:ph idx="1" type="subTitle"/>
          </p:nvPr>
        </p:nvSpPr>
        <p:spPr>
          <a:xfrm>
            <a:off x="1219725" y="3507200"/>
            <a:ext cx="10399800" cy="15219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300"/>
              <a:buNone/>
            </a:pPr>
            <a:r>
              <a:rPr lang="en-US"/>
              <a:t>Deliver Faster, Drive Margin, Scale Portfolio</a:t>
            </a:r>
            <a:endParaRPr/>
          </a:p>
          <a:p>
            <a:pPr indent="0" lvl="0" marL="0" rtl="0" algn="l">
              <a:lnSpc>
                <a:spcPct val="100000"/>
              </a:lnSpc>
              <a:spcBef>
                <a:spcPts val="0"/>
              </a:spcBef>
              <a:spcAft>
                <a:spcPts val="0"/>
              </a:spcAft>
              <a:buSzPts val="23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92"/>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roxima Nova"/>
                <a:ea typeface="Proxima Nova"/>
                <a:cs typeface="Proxima Nova"/>
                <a:sym typeface="Proxima Nova"/>
              </a:rPr>
              <a:t> </a:t>
            </a:r>
            <a:r>
              <a:rPr b="0" i="0" lang="en-US" sz="800" u="none" cap="none" strike="noStrike">
                <a:solidFill>
                  <a:schemeClr val="dk1"/>
                </a:solidFill>
                <a:latin typeface="Proxima Nova"/>
                <a:ea typeface="Proxima Nova"/>
                <a:cs typeface="Proxima Nova"/>
                <a:sym typeface="Proxima Nova"/>
              </a:rPr>
              <a:t>Confidential </a:t>
            </a:r>
            <a:r>
              <a:rPr b="0" i="0" lang="en-US" sz="1100" u="none" cap="none" strike="noStrike">
                <a:solidFill>
                  <a:schemeClr val="dk1"/>
                </a:solidFill>
                <a:latin typeface="Proxima Nova"/>
                <a:ea typeface="Proxima Nova"/>
                <a:cs typeface="Proxima Nova"/>
                <a:sym typeface="Proxima Nova"/>
              </a:rPr>
              <a:t> | </a:t>
            </a:r>
            <a:fld id="{00000000-1234-1234-1234-123412341234}" type="slidenum">
              <a:rPr b="0" i="0" lang="en-US" sz="1100" u="none" cap="none" strike="noStrike">
                <a:solidFill>
                  <a:schemeClr val="dk1"/>
                </a:solidFill>
                <a:latin typeface="Proxima Nova"/>
                <a:ea typeface="Proxima Nova"/>
                <a:cs typeface="Proxima Nova"/>
                <a:sym typeface="Proxima Nova"/>
              </a:rPr>
              <a:t>‹#›</a:t>
            </a:fld>
            <a:endParaRPr b="0" i="0" sz="1100" u="none" cap="none" strike="noStrike">
              <a:solidFill>
                <a:schemeClr val="dk1"/>
              </a:solidFill>
              <a:latin typeface="Proxima Nova"/>
              <a:ea typeface="Proxima Nova"/>
              <a:cs typeface="Proxima Nova"/>
              <a:sym typeface="Proxima Nova"/>
            </a:endParaRPr>
          </a:p>
        </p:txBody>
      </p:sp>
      <p:pic>
        <p:nvPicPr>
          <p:cNvPr id="462" name="Google Shape;462;p92"/>
          <p:cNvPicPr preferRelativeResize="0"/>
          <p:nvPr/>
        </p:nvPicPr>
        <p:blipFill rotWithShape="1">
          <a:blip r:embed="rId3">
            <a:alphaModFix/>
          </a:blip>
          <a:srcRect b="0" l="229" r="229" t="0"/>
          <a:stretch/>
        </p:blipFill>
        <p:spPr>
          <a:xfrm>
            <a:off x="264160" y="6350765"/>
            <a:ext cx="165162" cy="232879"/>
          </a:xfrm>
          <a:prstGeom prst="rect">
            <a:avLst/>
          </a:prstGeom>
          <a:noFill/>
          <a:ln>
            <a:noFill/>
          </a:ln>
        </p:spPr>
      </p:pic>
      <p:grpSp>
        <p:nvGrpSpPr>
          <p:cNvPr id="463" name="Google Shape;463;p92"/>
          <p:cNvGrpSpPr/>
          <p:nvPr/>
        </p:nvGrpSpPr>
        <p:grpSpPr>
          <a:xfrm>
            <a:off x="762000" y="1666875"/>
            <a:ext cx="3333900" cy="4286400"/>
            <a:chOff x="0" y="0"/>
            <a:chExt cx="3333900" cy="4286400"/>
          </a:xfrm>
        </p:grpSpPr>
        <p:sp>
          <p:nvSpPr>
            <p:cNvPr id="464" name="Google Shape;464;p92"/>
            <p:cNvSpPr/>
            <p:nvPr/>
          </p:nvSpPr>
          <p:spPr>
            <a:xfrm>
              <a:off x="0" y="0"/>
              <a:ext cx="3333900" cy="4286400"/>
            </a:xfrm>
            <a:prstGeom prst="roundRect">
              <a:avLst>
                <a:gd fmla="val 457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92"/>
            <p:cNvSpPr txBox="1"/>
            <p:nvPr/>
          </p:nvSpPr>
          <p:spPr>
            <a:xfrm>
              <a:off x="228600" y="228600"/>
              <a:ext cx="2876700" cy="382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chemeClr val="accent1"/>
                  </a:solidFill>
                  <a:latin typeface="Material Icons"/>
                  <a:ea typeface="Material Icons"/>
                  <a:cs typeface="Material Icons"/>
                  <a:sym typeface="Material Icons"/>
                </a:rPr>
                <a:t>trending_up</a:t>
              </a:r>
              <a:endParaRPr b="0" i="0" sz="2400" u="none" cap="none" strike="noStrike">
                <a:solidFill>
                  <a:srgbClr val="204ECF"/>
                </a:solidFill>
                <a:latin typeface="Mate"/>
                <a:ea typeface="Mate"/>
                <a:cs typeface="Mate"/>
                <a:sym typeface="Mate"/>
              </a:endParaRPr>
            </a:p>
            <a:p>
              <a:pPr indent="0" lvl="0" marL="0" marR="0" rtl="0" algn="l">
                <a:lnSpc>
                  <a:spcPct val="100000"/>
                </a:lnSpc>
                <a:spcBef>
                  <a:spcPts val="12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The Scaling Reality</a:t>
              </a:r>
              <a:endParaRPr b="1" i="0" sz="1600" u="none" cap="none" strike="noStrike">
                <a:solidFill>
                  <a:srgbClr val="0F172A"/>
                </a:solidFill>
                <a:latin typeface="Proxima Nova"/>
                <a:ea typeface="Proxima Nova"/>
                <a:cs typeface="Proxima Nova"/>
                <a:sym typeface="Proxima Nova"/>
              </a:endParaRPr>
            </a:p>
            <a:p>
              <a:pPr indent="0" lvl="0" marL="0" marR="0" rtl="0" algn="l">
                <a:lnSpc>
                  <a:spcPct val="100000"/>
                </a:lnSpc>
                <a:spcBef>
                  <a:spcPts val="300"/>
                </a:spcBef>
                <a:spcAft>
                  <a:spcPts val="0"/>
                </a:spcAft>
                <a:buClr>
                  <a:srgbClr val="000000"/>
                </a:buClr>
                <a:buSzPts val="1000"/>
                <a:buFont typeface="Arial"/>
                <a:buNone/>
              </a:pPr>
              <a:r>
                <a:rPr b="0" i="0" lang="en-US" sz="1000" u="none" cap="none" strike="noStrike">
                  <a:solidFill>
                    <a:srgbClr val="204ECF"/>
                  </a:solidFill>
                  <a:latin typeface="Proxima Nova Semibold"/>
                  <a:ea typeface="Proxima Nova Semibold"/>
                  <a:cs typeface="Proxima Nova Semibold"/>
                  <a:sym typeface="Proxima Nova Semibold"/>
                </a:rPr>
                <a:t>Volume Breaks Manual Review</a:t>
              </a:r>
              <a:endParaRPr b="0" i="0" sz="1000" u="none" cap="none" strike="noStrike">
                <a:solidFill>
                  <a:srgbClr val="204ECF"/>
                </a:solidFill>
                <a:latin typeface="Proxima Nova Semibold"/>
                <a:ea typeface="Proxima Nova Semibold"/>
                <a:cs typeface="Proxima Nova Semibold"/>
                <a:sym typeface="Proxima Nova Semibold"/>
              </a:endParaRPr>
            </a:p>
            <a:p>
              <a:pPr indent="-301625" lvl="0" marL="457200" marR="0" rtl="0" algn="l">
                <a:lnSpc>
                  <a:spcPct val="100000"/>
                </a:lnSpc>
                <a:spcBef>
                  <a:spcPts val="120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Portfolio growth linearly increases weekly narrative volume.</a:t>
              </a:r>
              <a:endParaRPr b="0" i="0" sz="2400" u="none" cap="none" strike="noStrike">
                <a:solidFill>
                  <a:srgbClr val="204ECF"/>
                </a:solidFill>
                <a:latin typeface="Mate"/>
                <a:ea typeface="Mate"/>
                <a:cs typeface="Mate"/>
                <a:sym typeface="Mate"/>
              </a:endParaRPr>
            </a:p>
            <a:p>
              <a:pPr indent="-301625" lvl="0" marL="457200" marR="0" rtl="0" algn="l">
                <a:lnSpc>
                  <a:spcPct val="100000"/>
                </a:lnSpc>
                <a:spcBef>
                  <a:spcPts val="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PMO manual review capacity remains strictly fixed.</a:t>
              </a:r>
              <a:endParaRPr b="0" i="0" sz="2400" u="none" cap="none" strike="noStrike">
                <a:solidFill>
                  <a:srgbClr val="204ECF"/>
                </a:solidFill>
                <a:latin typeface="Mate"/>
                <a:ea typeface="Mate"/>
                <a:cs typeface="Mate"/>
                <a:sym typeface="Mate"/>
              </a:endParaRPr>
            </a:p>
            <a:p>
              <a:pPr indent="-301625" lvl="0" marL="457200" marR="0" rtl="0" algn="l">
                <a:lnSpc>
                  <a:spcPct val="100000"/>
                </a:lnSpc>
                <a:spcBef>
                  <a:spcPts val="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Crucial margin and milestone signals get lost inside disconnected status decks.</a:t>
              </a:r>
              <a:endParaRPr b="0" i="0" sz="2400" u="none" cap="none" strike="noStrike">
                <a:solidFill>
                  <a:srgbClr val="204ECF"/>
                </a:solidFill>
                <a:latin typeface="Mate"/>
                <a:ea typeface="Mate"/>
                <a:cs typeface="Mate"/>
                <a:sym typeface="Mate"/>
              </a:endParaRPr>
            </a:p>
          </p:txBody>
        </p:sp>
      </p:grpSp>
      <p:grpSp>
        <p:nvGrpSpPr>
          <p:cNvPr id="466" name="Google Shape;466;p92"/>
          <p:cNvGrpSpPr/>
          <p:nvPr/>
        </p:nvGrpSpPr>
        <p:grpSpPr>
          <a:xfrm>
            <a:off x="4429125" y="1666875"/>
            <a:ext cx="3333900" cy="4286400"/>
            <a:chOff x="0" y="0"/>
            <a:chExt cx="3333900" cy="4286400"/>
          </a:xfrm>
        </p:grpSpPr>
        <p:sp>
          <p:nvSpPr>
            <p:cNvPr id="467" name="Google Shape;467;p92"/>
            <p:cNvSpPr/>
            <p:nvPr/>
          </p:nvSpPr>
          <p:spPr>
            <a:xfrm>
              <a:off x="0" y="0"/>
              <a:ext cx="3333900" cy="4286400"/>
            </a:xfrm>
            <a:prstGeom prst="roundRect">
              <a:avLst>
                <a:gd fmla="val 457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92"/>
            <p:cNvSpPr txBox="1"/>
            <p:nvPr/>
          </p:nvSpPr>
          <p:spPr>
            <a:xfrm>
              <a:off x="228600" y="228600"/>
              <a:ext cx="2876700" cy="382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chemeClr val="accent1"/>
                  </a:solidFill>
                  <a:latin typeface="Material Icons"/>
                  <a:ea typeface="Material Icons"/>
                  <a:cs typeface="Material Icons"/>
                  <a:sym typeface="Material Icons"/>
                </a:rPr>
                <a:t>history</a:t>
              </a:r>
              <a:endParaRPr b="0" i="0" sz="2400" u="none" cap="none" strike="noStrike">
                <a:solidFill>
                  <a:srgbClr val="204ECF"/>
                </a:solidFill>
                <a:latin typeface="Mate"/>
                <a:ea typeface="Mate"/>
                <a:cs typeface="Mate"/>
                <a:sym typeface="Mate"/>
              </a:endParaRPr>
            </a:p>
            <a:p>
              <a:pPr indent="0" lvl="0" marL="0" marR="0" rtl="0" algn="l">
                <a:lnSpc>
                  <a:spcPct val="100000"/>
                </a:lnSpc>
                <a:spcBef>
                  <a:spcPts val="12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The Latency Trap</a:t>
              </a:r>
              <a:endParaRPr b="1" i="0" sz="1600" u="none" cap="none" strike="noStrike">
                <a:solidFill>
                  <a:srgbClr val="0F172A"/>
                </a:solidFill>
                <a:latin typeface="Proxima Nova"/>
                <a:ea typeface="Proxima Nova"/>
                <a:cs typeface="Proxima Nova"/>
                <a:sym typeface="Proxima Nova"/>
              </a:endParaRPr>
            </a:p>
            <a:p>
              <a:pPr indent="0" lvl="0" marL="0" marR="0" rtl="0" algn="l">
                <a:lnSpc>
                  <a:spcPct val="100000"/>
                </a:lnSpc>
                <a:spcBef>
                  <a:spcPts val="300"/>
                </a:spcBef>
                <a:spcAft>
                  <a:spcPts val="0"/>
                </a:spcAft>
                <a:buClr>
                  <a:srgbClr val="000000"/>
                </a:buClr>
                <a:buSzPts val="1000"/>
                <a:buFont typeface="Arial"/>
                <a:buNone/>
              </a:pPr>
              <a:r>
                <a:rPr b="0" i="0" lang="en-US" sz="1000" u="none" cap="none" strike="noStrike">
                  <a:solidFill>
                    <a:srgbClr val="204ECF"/>
                  </a:solidFill>
                  <a:latin typeface="Proxima Nova Semibold"/>
                  <a:ea typeface="Proxima Nova Semibold"/>
                  <a:cs typeface="Proxima Nova Semibold"/>
                  <a:sym typeface="Proxima Nova Semibold"/>
                </a:rPr>
                <a:t>Operating as Forensic Historians</a:t>
              </a:r>
              <a:endParaRPr b="0" i="0" sz="1000" u="none" cap="none" strike="noStrike">
                <a:solidFill>
                  <a:srgbClr val="204ECF"/>
                </a:solidFill>
                <a:latin typeface="Proxima Nova Semibold"/>
                <a:ea typeface="Proxima Nova Semibold"/>
                <a:cs typeface="Proxima Nova Semibold"/>
                <a:sym typeface="Proxima Nova Semibold"/>
              </a:endParaRPr>
            </a:p>
            <a:p>
              <a:pPr indent="-301625" lvl="0" marL="457200" marR="0" rtl="0" algn="l">
                <a:lnSpc>
                  <a:spcPct val="100000"/>
                </a:lnSpc>
                <a:spcBef>
                  <a:spcPts val="120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Delivery status is scrutinized long after reporting cycles conclude.</a:t>
              </a:r>
              <a:endParaRPr b="0" i="0" sz="2400" u="none" cap="none" strike="noStrike">
                <a:solidFill>
                  <a:srgbClr val="204ECF"/>
                </a:solidFill>
                <a:latin typeface="Mate"/>
                <a:ea typeface="Mate"/>
                <a:cs typeface="Mate"/>
                <a:sym typeface="Mate"/>
              </a:endParaRPr>
            </a:p>
            <a:p>
              <a:pPr indent="-301625" lvl="0" marL="457200" marR="0" rtl="0" algn="l">
                <a:lnSpc>
                  <a:spcPct val="100000"/>
                </a:lnSpc>
                <a:spcBef>
                  <a:spcPts val="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Interventions occur post-breach rather than during risk emergence.</a:t>
              </a:r>
              <a:endParaRPr b="0" i="0" sz="2400" u="none" cap="none" strike="noStrike">
                <a:solidFill>
                  <a:srgbClr val="204ECF"/>
                </a:solidFill>
                <a:latin typeface="Mate"/>
                <a:ea typeface="Mate"/>
                <a:cs typeface="Mate"/>
                <a:sym typeface="Mate"/>
              </a:endParaRPr>
            </a:p>
            <a:p>
              <a:pPr indent="-301625" lvl="0" marL="457200" marR="0" rtl="0" algn="l">
                <a:lnSpc>
                  <a:spcPct val="100000"/>
                </a:lnSpc>
                <a:spcBef>
                  <a:spcPts val="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Remediation requires costly emergency commercial write-offs.</a:t>
              </a:r>
              <a:endParaRPr b="0" i="0" sz="2400" u="none" cap="none" strike="noStrike">
                <a:solidFill>
                  <a:srgbClr val="204ECF"/>
                </a:solidFill>
                <a:latin typeface="Mate"/>
                <a:ea typeface="Mate"/>
                <a:cs typeface="Mate"/>
                <a:sym typeface="Mate"/>
              </a:endParaRPr>
            </a:p>
          </p:txBody>
        </p:sp>
      </p:grpSp>
      <p:grpSp>
        <p:nvGrpSpPr>
          <p:cNvPr id="469" name="Google Shape;469;p92"/>
          <p:cNvGrpSpPr/>
          <p:nvPr/>
        </p:nvGrpSpPr>
        <p:grpSpPr>
          <a:xfrm>
            <a:off x="8096250" y="1666875"/>
            <a:ext cx="3333900" cy="4286400"/>
            <a:chOff x="0" y="0"/>
            <a:chExt cx="3333900" cy="4286400"/>
          </a:xfrm>
        </p:grpSpPr>
        <p:sp>
          <p:nvSpPr>
            <p:cNvPr id="470" name="Google Shape;470;p92"/>
            <p:cNvSpPr/>
            <p:nvPr/>
          </p:nvSpPr>
          <p:spPr>
            <a:xfrm>
              <a:off x="0" y="0"/>
              <a:ext cx="3333900" cy="4286400"/>
            </a:xfrm>
            <a:prstGeom prst="roundRect">
              <a:avLst>
                <a:gd fmla="val 457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92"/>
            <p:cNvSpPr txBox="1"/>
            <p:nvPr/>
          </p:nvSpPr>
          <p:spPr>
            <a:xfrm>
              <a:off x="228600" y="228600"/>
              <a:ext cx="2876700" cy="382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chemeClr val="accent1"/>
                  </a:solidFill>
                  <a:latin typeface="Material Icons"/>
                  <a:ea typeface="Material Icons"/>
                  <a:cs typeface="Material Icons"/>
                  <a:sym typeface="Material Icons"/>
                </a:rPr>
                <a:t>bolt</a:t>
              </a:r>
              <a:endParaRPr b="0" i="0" sz="2400" u="none" cap="none" strike="noStrike">
                <a:solidFill>
                  <a:srgbClr val="204ECF"/>
                </a:solidFill>
                <a:latin typeface="Mate"/>
                <a:ea typeface="Mate"/>
                <a:cs typeface="Mate"/>
                <a:sym typeface="Mate"/>
              </a:endParaRPr>
            </a:p>
            <a:p>
              <a:pPr indent="0" lvl="0" marL="0" marR="0" rtl="0" algn="l">
                <a:lnSpc>
                  <a:spcPct val="100000"/>
                </a:lnSpc>
                <a:spcBef>
                  <a:spcPts val="12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The Operational Shift</a:t>
              </a:r>
              <a:endParaRPr b="1" i="0" sz="1600" u="none" cap="none" strike="noStrike">
                <a:solidFill>
                  <a:srgbClr val="0F172A"/>
                </a:solidFill>
                <a:latin typeface="Proxima Nova"/>
                <a:ea typeface="Proxima Nova"/>
                <a:cs typeface="Proxima Nova"/>
                <a:sym typeface="Proxima Nova"/>
              </a:endParaRPr>
            </a:p>
            <a:p>
              <a:pPr indent="0" lvl="0" marL="0" marR="0" rtl="0" algn="l">
                <a:lnSpc>
                  <a:spcPct val="100000"/>
                </a:lnSpc>
                <a:spcBef>
                  <a:spcPts val="300"/>
                </a:spcBef>
                <a:spcAft>
                  <a:spcPts val="0"/>
                </a:spcAft>
                <a:buClr>
                  <a:srgbClr val="000000"/>
                </a:buClr>
                <a:buSzPts val="1000"/>
                <a:buFont typeface="Arial"/>
                <a:buNone/>
              </a:pPr>
              <a:r>
                <a:rPr b="0" i="0" lang="en-US" sz="1000" u="none" cap="none" strike="noStrike">
                  <a:solidFill>
                    <a:srgbClr val="204ECF"/>
                  </a:solidFill>
                  <a:latin typeface="Proxima Nova Semibold"/>
                  <a:ea typeface="Proxima Nova Semibold"/>
                  <a:cs typeface="Proxima Nova Semibold"/>
                  <a:sym typeface="Proxima Nova Semibold"/>
                </a:rPr>
                <a:t>Exception-Driven Assurance</a:t>
              </a:r>
              <a:endParaRPr b="0" i="0" sz="1000" u="none" cap="none" strike="noStrike">
                <a:solidFill>
                  <a:srgbClr val="204ECF"/>
                </a:solidFill>
                <a:latin typeface="Proxima Nova Semibold"/>
                <a:ea typeface="Proxima Nova Semibold"/>
                <a:cs typeface="Proxima Nova Semibold"/>
                <a:sym typeface="Proxima Nova Semibold"/>
              </a:endParaRPr>
            </a:p>
            <a:p>
              <a:pPr indent="-301625" lvl="0" marL="457200" marR="0" rtl="0" algn="l">
                <a:lnSpc>
                  <a:spcPct val="100000"/>
                </a:lnSpc>
                <a:spcBef>
                  <a:spcPts val="120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Telemetry is ingested continuously and normalized automatically.</a:t>
              </a:r>
              <a:endParaRPr b="0" i="0" sz="2400" u="none" cap="none" strike="noStrike">
                <a:solidFill>
                  <a:srgbClr val="204ECF"/>
                </a:solidFill>
                <a:latin typeface="Mate"/>
                <a:ea typeface="Mate"/>
                <a:cs typeface="Mate"/>
                <a:sym typeface="Mate"/>
              </a:endParaRPr>
            </a:p>
            <a:p>
              <a:pPr indent="-301625" lvl="0" marL="457200" marR="0" rtl="0" algn="l">
                <a:lnSpc>
                  <a:spcPct val="100000"/>
                </a:lnSpc>
                <a:spcBef>
                  <a:spcPts val="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Governance pivots from manual status chasing to exception steering.</a:t>
              </a:r>
              <a:endParaRPr b="0" i="0" sz="2400" u="none" cap="none" strike="noStrike">
                <a:solidFill>
                  <a:srgbClr val="204ECF"/>
                </a:solidFill>
                <a:latin typeface="Mate"/>
                <a:ea typeface="Mate"/>
                <a:cs typeface="Mate"/>
                <a:sym typeface="Mate"/>
              </a:endParaRPr>
            </a:p>
            <a:p>
              <a:pPr indent="-301625" lvl="0" marL="457200" marR="0" rtl="0" algn="l">
                <a:lnSpc>
                  <a:spcPct val="100000"/>
                </a:lnSpc>
                <a:spcBef>
                  <a:spcPts val="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Frees PMO bandwidth for high-touch account turnarounds.</a:t>
              </a:r>
              <a:endParaRPr b="0" i="0" sz="2400" u="none" cap="none" strike="noStrike">
                <a:solidFill>
                  <a:srgbClr val="204ECF"/>
                </a:solidFill>
                <a:latin typeface="Mate"/>
                <a:ea typeface="Mate"/>
                <a:cs typeface="Mate"/>
                <a:sym typeface="Mate"/>
              </a:endParaRPr>
            </a:p>
          </p:txBody>
        </p:sp>
      </p:grpSp>
      <p:sp>
        <p:nvSpPr>
          <p:cNvPr id="472" name="Google Shape;472;p92"/>
          <p:cNvSpPr txBox="1"/>
          <p:nvPr>
            <p:ph type="title"/>
          </p:nvPr>
        </p:nvSpPr>
        <p:spPr>
          <a:xfrm>
            <a:off x="762000" y="381000"/>
            <a:ext cx="10668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700"/>
              <a:buNone/>
            </a:pPr>
            <a:r>
              <a:rPr b="1" lang="en-US" sz="2800">
                <a:solidFill>
                  <a:srgbClr val="0F172A"/>
                </a:solidFill>
                <a:latin typeface="Proxima Nova"/>
                <a:ea typeface="Proxima Nova"/>
                <a:cs typeface="Proxima Nova"/>
                <a:sym typeface="Proxima Nova"/>
              </a:rPr>
              <a:t>The Scale vs. Control Paradox in Delivery Management</a:t>
            </a:r>
            <a:endParaRPr b="1" sz="2800">
              <a:solidFill>
                <a:srgbClr val="0F172A"/>
              </a:solidFill>
              <a:latin typeface="Proxima Nova"/>
              <a:ea typeface="Proxima Nova"/>
              <a:cs typeface="Proxima Nova"/>
              <a:sym typeface="Proxima Nova"/>
            </a:endParaRPr>
          </a:p>
        </p:txBody>
      </p:sp>
      <p:sp>
        <p:nvSpPr>
          <p:cNvPr id="473" name="Google Shape;473;p92"/>
          <p:cNvSpPr txBox="1"/>
          <p:nvPr>
            <p:ph idx="1" type="subTitle"/>
          </p:nvPr>
        </p:nvSpPr>
        <p:spPr>
          <a:xfrm>
            <a:off x="762000" y="904875"/>
            <a:ext cx="10668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600"/>
              <a:buNone/>
            </a:pPr>
            <a:r>
              <a:rPr b="1" lang="en-US" sz="1100">
                <a:solidFill>
                  <a:srgbClr val="64748B"/>
                </a:solidFill>
                <a:latin typeface="Proxima Nova"/>
                <a:ea typeface="Proxima Nova"/>
                <a:cs typeface="Proxima Nova"/>
                <a:sym typeface="Proxima Nova"/>
              </a:rPr>
              <a:t>DELIVERY GOVERNANCE OPERATING LAYER</a:t>
            </a:r>
            <a:endParaRPr b="1" sz="1100">
              <a:solidFill>
                <a:srgbClr val="64748B"/>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93"/>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roxima Nova"/>
                <a:ea typeface="Proxima Nova"/>
                <a:cs typeface="Proxima Nova"/>
                <a:sym typeface="Proxima Nova"/>
              </a:rPr>
              <a:t> </a:t>
            </a:r>
            <a:r>
              <a:rPr b="0" i="0" lang="en-US" sz="800" u="none" cap="none" strike="noStrike">
                <a:solidFill>
                  <a:schemeClr val="dk1"/>
                </a:solidFill>
                <a:latin typeface="Proxima Nova"/>
                <a:ea typeface="Proxima Nova"/>
                <a:cs typeface="Proxima Nova"/>
                <a:sym typeface="Proxima Nova"/>
              </a:rPr>
              <a:t>Confidential </a:t>
            </a:r>
            <a:r>
              <a:rPr b="0" i="0" lang="en-US" sz="1100" u="none" cap="none" strike="noStrike">
                <a:solidFill>
                  <a:schemeClr val="dk1"/>
                </a:solidFill>
                <a:latin typeface="Proxima Nova"/>
                <a:ea typeface="Proxima Nova"/>
                <a:cs typeface="Proxima Nova"/>
                <a:sym typeface="Proxima Nova"/>
              </a:rPr>
              <a:t> | </a:t>
            </a:r>
            <a:fld id="{00000000-1234-1234-1234-123412341234}" type="slidenum">
              <a:rPr b="0" i="0" lang="en-US" sz="1100" u="none" cap="none" strike="noStrike">
                <a:solidFill>
                  <a:schemeClr val="dk1"/>
                </a:solidFill>
                <a:latin typeface="Proxima Nova"/>
                <a:ea typeface="Proxima Nova"/>
                <a:cs typeface="Proxima Nova"/>
                <a:sym typeface="Proxima Nova"/>
              </a:rPr>
              <a:t>‹#›</a:t>
            </a:fld>
            <a:endParaRPr b="0" i="0" sz="1100" u="none" cap="none" strike="noStrike">
              <a:solidFill>
                <a:schemeClr val="dk1"/>
              </a:solidFill>
              <a:latin typeface="Proxima Nova"/>
              <a:ea typeface="Proxima Nova"/>
              <a:cs typeface="Proxima Nova"/>
              <a:sym typeface="Proxima Nova"/>
            </a:endParaRPr>
          </a:p>
        </p:txBody>
      </p:sp>
      <p:pic>
        <p:nvPicPr>
          <p:cNvPr id="480" name="Google Shape;480;p93"/>
          <p:cNvPicPr preferRelativeResize="0"/>
          <p:nvPr/>
        </p:nvPicPr>
        <p:blipFill rotWithShape="1">
          <a:blip r:embed="rId3">
            <a:alphaModFix/>
          </a:blip>
          <a:srcRect b="0" l="229" r="229" t="0"/>
          <a:stretch/>
        </p:blipFill>
        <p:spPr>
          <a:xfrm>
            <a:off x="264160" y="6350765"/>
            <a:ext cx="165162" cy="232879"/>
          </a:xfrm>
          <a:prstGeom prst="rect">
            <a:avLst/>
          </a:prstGeom>
          <a:noFill/>
          <a:ln>
            <a:noFill/>
          </a:ln>
        </p:spPr>
      </p:pic>
      <p:sp>
        <p:nvSpPr>
          <p:cNvPr id="481" name="Google Shape;481;p93"/>
          <p:cNvSpPr/>
          <p:nvPr/>
        </p:nvSpPr>
        <p:spPr>
          <a:xfrm>
            <a:off x="762000" y="1714500"/>
            <a:ext cx="3390900" cy="4191000"/>
          </a:xfrm>
          <a:prstGeom prst="roundRect">
            <a:avLst>
              <a:gd fmla="val 615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93"/>
          <p:cNvSpPr txBox="1"/>
          <p:nvPr/>
        </p:nvSpPr>
        <p:spPr>
          <a:xfrm>
            <a:off x="990600" y="1943100"/>
            <a:ext cx="2933700" cy="373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2400">
                <a:solidFill>
                  <a:srgbClr val="204ECF"/>
                </a:solidFill>
                <a:latin typeface="Material Icons"/>
                <a:ea typeface="Material Icons"/>
                <a:cs typeface="Material Icons"/>
                <a:sym typeface="Material Icons"/>
              </a:rPr>
              <a:t>speed</a:t>
            </a:r>
            <a:endParaRPr b="0" sz="2400">
              <a:solidFill>
                <a:srgbClr val="204ECF"/>
              </a:solidFill>
              <a:latin typeface="Material Icons"/>
              <a:ea typeface="Material Icons"/>
              <a:cs typeface="Material Icons"/>
              <a:sym typeface="Material Icons"/>
            </a:endParaRPr>
          </a:p>
          <a:p>
            <a:pPr indent="0" lvl="0" marL="0" rtl="0" algn="l">
              <a:spcBef>
                <a:spcPts val="1200"/>
              </a:spcBef>
              <a:spcAft>
                <a:spcPts val="0"/>
              </a:spcAft>
              <a:buNone/>
            </a:pPr>
            <a:r>
              <a:rPr b="1" lang="en-US" sz="1600">
                <a:solidFill>
                  <a:srgbClr val="0F172A"/>
                </a:solidFill>
                <a:latin typeface="Proxima Nova"/>
                <a:ea typeface="Proxima Nova"/>
                <a:cs typeface="Proxima Nova"/>
                <a:sym typeface="Proxima Nova"/>
              </a:rPr>
              <a:t>1. Deliver Faster</a:t>
            </a:r>
            <a:endParaRPr b="0" sz="1600">
              <a:solidFill>
                <a:srgbClr val="204ECF"/>
              </a:solidFill>
              <a:latin typeface="Material Icons"/>
              <a:ea typeface="Material Icons"/>
              <a:cs typeface="Material Icons"/>
              <a:sym typeface="Material Icons"/>
            </a:endParaRPr>
          </a:p>
          <a:p>
            <a:pPr indent="0" lvl="0" marL="0" rtl="0" algn="l">
              <a:spcBef>
                <a:spcPts val="1200"/>
              </a:spcBef>
              <a:spcAft>
                <a:spcPts val="0"/>
              </a:spcAft>
              <a:buNone/>
            </a:pPr>
            <a:r>
              <a:rPr b="0" lang="en-US" sz="1100">
                <a:solidFill>
                  <a:srgbClr val="204ECF"/>
                </a:solidFill>
                <a:latin typeface="Proxima Nova Semibold"/>
                <a:ea typeface="Proxima Nova Semibold"/>
                <a:cs typeface="Proxima Nova Semibold"/>
                <a:sym typeface="Proxima Nova Semibold"/>
              </a:rPr>
              <a:t>Faster Detection, Faster Routing</a:t>
            </a:r>
            <a:endParaRPr b="0" sz="1100">
              <a:solidFill>
                <a:srgbClr val="204ECF"/>
              </a:solidFill>
              <a:latin typeface="Material Icons"/>
              <a:ea typeface="Material Icons"/>
              <a:cs typeface="Material Icons"/>
              <a:sym typeface="Material Icons"/>
            </a:endParaRPr>
          </a:p>
          <a:p>
            <a:pPr indent="-298450" lvl="0" marL="457200" rtl="0" algn="l">
              <a:spcBef>
                <a:spcPts val="1200"/>
              </a:spcBef>
              <a:spcAft>
                <a:spcPts val="0"/>
              </a:spcAft>
              <a:buClr>
                <a:srgbClr val="475569"/>
              </a:buClr>
              <a:buSzPts val="1100"/>
              <a:buFont typeface="Calibri"/>
              <a:buChar char="●"/>
            </a:pPr>
            <a:r>
              <a:rPr lang="en-US" sz="1100">
                <a:solidFill>
                  <a:srgbClr val="475569"/>
                </a:solidFill>
                <a:latin typeface="Calibri"/>
                <a:ea typeface="Calibri"/>
                <a:cs typeface="Calibri"/>
                <a:sym typeface="Calibri"/>
              </a:rPr>
              <a:t>Telemetry is ingested continuously instead of surfacing in status decks.</a:t>
            </a:r>
            <a:endParaRPr sz="1100">
              <a:solidFill>
                <a:srgbClr val="475569"/>
              </a:solidFill>
              <a:latin typeface="Calibri"/>
              <a:ea typeface="Calibri"/>
              <a:cs typeface="Calibri"/>
              <a:sym typeface="Calibri"/>
            </a:endParaRPr>
          </a:p>
          <a:p>
            <a:pPr indent="-298450" lvl="0" marL="457200" rtl="0" algn="l">
              <a:spcBef>
                <a:spcPts val="0"/>
              </a:spcBef>
              <a:spcAft>
                <a:spcPts val="0"/>
              </a:spcAft>
              <a:buClr>
                <a:srgbClr val="475569"/>
              </a:buClr>
              <a:buSzPts val="1100"/>
              <a:buFont typeface="Calibri"/>
              <a:buChar char="●"/>
            </a:pPr>
            <a:r>
              <a:rPr lang="en-US" sz="1100">
                <a:solidFill>
                  <a:srgbClr val="475569"/>
                </a:solidFill>
                <a:latin typeface="Calibri"/>
                <a:ea typeface="Calibri"/>
                <a:cs typeface="Calibri"/>
                <a:sym typeface="Calibri"/>
              </a:rPr>
              <a:t>Most signals route and resolve without waiting on a review queue.</a:t>
            </a:r>
            <a:endParaRPr sz="1100">
              <a:solidFill>
                <a:srgbClr val="475569"/>
              </a:solidFill>
              <a:latin typeface="Calibri"/>
              <a:ea typeface="Calibri"/>
              <a:cs typeface="Calibri"/>
              <a:sym typeface="Calibri"/>
            </a:endParaRPr>
          </a:p>
          <a:p>
            <a:pPr indent="-298450" lvl="0" marL="457200" rtl="0" algn="l">
              <a:spcBef>
                <a:spcPts val="0"/>
              </a:spcBef>
              <a:spcAft>
                <a:spcPts val="0"/>
              </a:spcAft>
              <a:buClr>
                <a:srgbClr val="475569"/>
              </a:buClr>
              <a:buSzPts val="1100"/>
              <a:buFont typeface="Calibri"/>
              <a:buChar char="●"/>
            </a:pPr>
            <a:r>
              <a:rPr lang="en-US" sz="1100">
                <a:solidFill>
                  <a:srgbClr val="475569"/>
                </a:solidFill>
                <a:latin typeface="Calibri"/>
                <a:ea typeface="Calibri"/>
                <a:cs typeface="Calibri"/>
                <a:sym typeface="Calibri"/>
              </a:rPr>
              <a:t>Precedent and baseline checks run automatically, not manual digging.</a:t>
            </a:r>
            <a:endParaRPr sz="1100">
              <a:solidFill>
                <a:srgbClr val="475569"/>
              </a:solidFill>
              <a:latin typeface="Calibri"/>
              <a:ea typeface="Calibri"/>
              <a:cs typeface="Calibri"/>
              <a:sym typeface="Calibri"/>
            </a:endParaRPr>
          </a:p>
          <a:p>
            <a:pPr indent="0" lvl="0" marL="457200" rtl="0" algn="l">
              <a:spcBef>
                <a:spcPts val="600"/>
              </a:spcBef>
              <a:spcAft>
                <a:spcPts val="600"/>
              </a:spcAft>
              <a:buNone/>
            </a:pPr>
            <a:r>
              <a:t/>
            </a:r>
            <a:endParaRPr sz="1100">
              <a:solidFill>
                <a:srgbClr val="475569"/>
              </a:solidFill>
              <a:latin typeface="Calibri"/>
              <a:ea typeface="Calibri"/>
              <a:cs typeface="Calibri"/>
              <a:sym typeface="Calibri"/>
            </a:endParaRPr>
          </a:p>
        </p:txBody>
      </p:sp>
      <p:sp>
        <p:nvSpPr>
          <p:cNvPr id="483" name="Google Shape;483;p93"/>
          <p:cNvSpPr/>
          <p:nvPr/>
        </p:nvSpPr>
        <p:spPr>
          <a:xfrm>
            <a:off x="4400550" y="1714500"/>
            <a:ext cx="3390900" cy="4191000"/>
          </a:xfrm>
          <a:prstGeom prst="roundRect">
            <a:avLst>
              <a:gd fmla="val 615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93"/>
          <p:cNvSpPr txBox="1"/>
          <p:nvPr/>
        </p:nvSpPr>
        <p:spPr>
          <a:xfrm>
            <a:off x="4629150" y="1943100"/>
            <a:ext cx="2933700" cy="373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chemeClr val="accent1"/>
                </a:solidFill>
                <a:latin typeface="Material Icons"/>
                <a:ea typeface="Material Icons"/>
                <a:cs typeface="Material Icons"/>
                <a:sym typeface="Material Icons"/>
              </a:rPr>
              <a:t>trending_up</a:t>
            </a:r>
            <a:endParaRPr b="0" i="0" sz="2400" u="none" cap="none" strike="noStrike">
              <a:solidFill>
                <a:srgbClr val="204ECF"/>
              </a:solidFill>
              <a:latin typeface="Mate"/>
              <a:ea typeface="Mate"/>
              <a:cs typeface="Mate"/>
              <a:sym typeface="Mate"/>
            </a:endParaRPr>
          </a:p>
          <a:p>
            <a:pPr indent="0" lvl="0" marL="0" marR="0" rtl="0" algn="l">
              <a:lnSpc>
                <a:spcPct val="100000"/>
              </a:lnSpc>
              <a:spcBef>
                <a:spcPts val="12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2. </a:t>
            </a:r>
            <a:r>
              <a:rPr b="1" lang="en-US" sz="1600">
                <a:solidFill>
                  <a:srgbClr val="0F172A"/>
                </a:solidFill>
                <a:latin typeface="Proxima Nova"/>
                <a:ea typeface="Proxima Nova"/>
                <a:cs typeface="Proxima Nova"/>
                <a:sym typeface="Proxima Nova"/>
              </a:rPr>
              <a:t>Drive Margin</a:t>
            </a:r>
            <a:endParaRPr b="0" i="0" sz="1600" u="none" cap="none" strike="noStrike">
              <a:solidFill>
                <a:srgbClr val="204ECF"/>
              </a:solidFill>
              <a:latin typeface="Mate"/>
              <a:ea typeface="Mate"/>
              <a:cs typeface="Mate"/>
              <a:sym typeface="Mate"/>
            </a:endParaRPr>
          </a:p>
          <a:p>
            <a:pPr indent="0" lvl="0" marL="0" marR="0" rtl="0" algn="l">
              <a:lnSpc>
                <a:spcPct val="100000"/>
              </a:lnSpc>
              <a:spcBef>
                <a:spcPts val="225"/>
              </a:spcBef>
              <a:spcAft>
                <a:spcPts val="0"/>
              </a:spcAft>
              <a:buClr>
                <a:srgbClr val="000000"/>
              </a:buClr>
              <a:buSzPts val="1100"/>
              <a:buFont typeface="Arial"/>
              <a:buNone/>
            </a:pPr>
            <a:r>
              <a:rPr lang="en-US" sz="1100">
                <a:solidFill>
                  <a:srgbClr val="204ECF"/>
                </a:solidFill>
                <a:latin typeface="Proxima Nova Semibold"/>
                <a:ea typeface="Proxima Nova Semibold"/>
                <a:cs typeface="Proxima Nova Semibold"/>
                <a:sym typeface="Proxima Nova Semibold"/>
              </a:rPr>
              <a:t>Higher-Margin Contract Types</a:t>
            </a:r>
            <a:endParaRPr sz="1100">
              <a:solidFill>
                <a:srgbClr val="204ECF"/>
              </a:solidFill>
              <a:latin typeface="Proxima Nova Semibold"/>
              <a:ea typeface="Proxima Nova Semibold"/>
              <a:cs typeface="Proxima Nova Semibold"/>
              <a:sym typeface="Proxima Nova Semibold"/>
            </a:endParaRPr>
          </a:p>
          <a:p>
            <a:pPr indent="0" lvl="0" marL="0" marR="0" rtl="0" algn="l">
              <a:lnSpc>
                <a:spcPct val="100000"/>
              </a:lnSpc>
              <a:spcBef>
                <a:spcPts val="225"/>
              </a:spcBef>
              <a:spcAft>
                <a:spcPts val="0"/>
              </a:spcAft>
              <a:buClr>
                <a:srgbClr val="000000"/>
              </a:buClr>
              <a:buSzPts val="1100"/>
              <a:buFont typeface="Arial"/>
              <a:buNone/>
            </a:pPr>
            <a:r>
              <a:t/>
            </a:r>
            <a:endParaRPr sz="1100">
              <a:solidFill>
                <a:srgbClr val="204ECF"/>
              </a:solidFill>
              <a:latin typeface="Proxima Nova Semibold"/>
              <a:ea typeface="Proxima Nova Semibold"/>
              <a:cs typeface="Proxima Nova Semibold"/>
              <a:sym typeface="Proxima Nova Semibold"/>
            </a:endParaRPr>
          </a:p>
          <a:p>
            <a:pPr indent="-298450" lvl="0" marL="457200" marR="0" rtl="0" algn="l">
              <a:lnSpc>
                <a:spcPct val="100000"/>
              </a:lnSpc>
              <a:spcBef>
                <a:spcPts val="0"/>
              </a:spcBef>
              <a:spcAft>
                <a:spcPts val="0"/>
              </a:spcAft>
              <a:buClr>
                <a:srgbClr val="475569"/>
              </a:buClr>
              <a:buSzPts val="1100"/>
              <a:buFont typeface="Calibri"/>
              <a:buChar char="●"/>
            </a:pPr>
            <a:r>
              <a:rPr lang="en-US" sz="1100">
                <a:solidFill>
                  <a:srgbClr val="475569"/>
                </a:solidFill>
                <a:latin typeface="Calibri"/>
                <a:ea typeface="Calibri"/>
                <a:cs typeface="Calibri"/>
                <a:sym typeface="Calibri"/>
              </a:rPr>
              <a:t>Margin erosion is flagged at breach, not after the cycle closes.</a:t>
            </a:r>
            <a:endParaRPr sz="1100">
              <a:solidFill>
                <a:srgbClr val="475569"/>
              </a:solidFill>
              <a:latin typeface="Calibri"/>
              <a:ea typeface="Calibri"/>
              <a:cs typeface="Calibri"/>
              <a:sym typeface="Calibri"/>
            </a:endParaRPr>
          </a:p>
          <a:p>
            <a:pPr indent="-298450" lvl="0" marL="457200" marR="0" rtl="0" algn="l">
              <a:lnSpc>
                <a:spcPct val="100000"/>
              </a:lnSpc>
              <a:spcBef>
                <a:spcPts val="0"/>
              </a:spcBef>
              <a:spcAft>
                <a:spcPts val="0"/>
              </a:spcAft>
              <a:buClr>
                <a:srgbClr val="475569"/>
              </a:buClr>
              <a:buSzPts val="1100"/>
              <a:buFont typeface="Calibri"/>
              <a:buChar char="●"/>
            </a:pPr>
            <a:r>
              <a:rPr lang="en-US" sz="1100">
                <a:solidFill>
                  <a:srgbClr val="475569"/>
                </a:solidFill>
                <a:latin typeface="Calibri"/>
                <a:ea typeface="Calibri"/>
                <a:cs typeface="Calibri"/>
                <a:sym typeface="Calibri"/>
              </a:rPr>
              <a:t>Intervention happens during risk emergence, not after it compounds.</a:t>
            </a:r>
            <a:endParaRPr sz="1100">
              <a:solidFill>
                <a:srgbClr val="475569"/>
              </a:solidFill>
              <a:latin typeface="Calibri"/>
              <a:ea typeface="Calibri"/>
              <a:cs typeface="Calibri"/>
              <a:sym typeface="Calibri"/>
            </a:endParaRPr>
          </a:p>
          <a:p>
            <a:pPr indent="-298450" lvl="0" marL="457200" marR="0" rtl="0" algn="l">
              <a:lnSpc>
                <a:spcPct val="100000"/>
              </a:lnSpc>
              <a:spcBef>
                <a:spcPts val="0"/>
              </a:spcBef>
              <a:spcAft>
                <a:spcPts val="0"/>
              </a:spcAft>
              <a:buClr>
                <a:srgbClr val="475569"/>
              </a:buClr>
              <a:buSzPts val="1100"/>
              <a:buFont typeface="Calibri"/>
              <a:buChar char="●"/>
            </a:pPr>
            <a:r>
              <a:rPr lang="en-US" sz="1100">
                <a:solidFill>
                  <a:srgbClr val="475569"/>
                </a:solidFill>
                <a:latin typeface="Calibri"/>
                <a:ea typeface="Calibri"/>
                <a:cs typeface="Calibri"/>
                <a:sym typeface="Calibri"/>
              </a:rPr>
              <a:t>Smaller, earlier corrections replace costly emergency write-offs.</a:t>
            </a:r>
            <a:endParaRPr sz="1100">
              <a:solidFill>
                <a:srgbClr val="475569"/>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1100">
              <a:solidFill>
                <a:srgbClr val="475569"/>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100">
              <a:solidFill>
                <a:srgbClr val="475569"/>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b="0" i="0" sz="1100" u="none" cap="none" strike="noStrike">
              <a:solidFill>
                <a:srgbClr val="204ECF"/>
              </a:solidFill>
              <a:latin typeface="Mate"/>
              <a:ea typeface="Mate"/>
              <a:cs typeface="Mate"/>
              <a:sym typeface="Mate"/>
            </a:endParaRPr>
          </a:p>
        </p:txBody>
      </p:sp>
      <p:sp>
        <p:nvSpPr>
          <p:cNvPr id="485" name="Google Shape;485;p93"/>
          <p:cNvSpPr/>
          <p:nvPr/>
        </p:nvSpPr>
        <p:spPr>
          <a:xfrm>
            <a:off x="8039100" y="1714500"/>
            <a:ext cx="3390900" cy="4191000"/>
          </a:xfrm>
          <a:prstGeom prst="roundRect">
            <a:avLst>
              <a:gd fmla="val 615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93"/>
          <p:cNvSpPr txBox="1"/>
          <p:nvPr/>
        </p:nvSpPr>
        <p:spPr>
          <a:xfrm>
            <a:off x="8267700" y="1943100"/>
            <a:ext cx="2933700" cy="373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chemeClr val="accent1"/>
                </a:solidFill>
                <a:latin typeface="Material Icons"/>
                <a:ea typeface="Material Icons"/>
                <a:cs typeface="Material Icons"/>
                <a:sym typeface="Material Icons"/>
              </a:rPr>
              <a:t>bolt</a:t>
            </a:r>
            <a:endParaRPr b="0" i="0" sz="2400" u="none" cap="none" strike="noStrike">
              <a:solidFill>
                <a:srgbClr val="204ECF"/>
              </a:solidFill>
              <a:latin typeface="Mate"/>
              <a:ea typeface="Mate"/>
              <a:cs typeface="Mate"/>
              <a:sym typeface="Mate"/>
            </a:endParaRPr>
          </a:p>
          <a:p>
            <a:pPr indent="0" lvl="0" marL="0" marR="0" rtl="0" algn="l">
              <a:lnSpc>
                <a:spcPct val="100000"/>
              </a:lnSpc>
              <a:spcBef>
                <a:spcPts val="12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3. Scale Portfolio</a:t>
            </a:r>
            <a:endParaRPr b="0" i="0" sz="1600" u="none" cap="none" strike="noStrike">
              <a:solidFill>
                <a:srgbClr val="204ECF"/>
              </a:solidFill>
              <a:latin typeface="Mate"/>
              <a:ea typeface="Mate"/>
              <a:cs typeface="Mate"/>
              <a:sym typeface="Mate"/>
            </a:endParaRPr>
          </a:p>
          <a:p>
            <a:pPr indent="0" lvl="0" marL="0" marR="0" rtl="0" algn="l">
              <a:lnSpc>
                <a:spcPct val="100000"/>
              </a:lnSpc>
              <a:spcBef>
                <a:spcPts val="225"/>
              </a:spcBef>
              <a:spcAft>
                <a:spcPts val="0"/>
              </a:spcAft>
              <a:buClr>
                <a:srgbClr val="000000"/>
              </a:buClr>
              <a:buSzPts val="1100"/>
              <a:buFont typeface="Arial"/>
              <a:buNone/>
            </a:pPr>
            <a:r>
              <a:rPr b="0" i="0" lang="en-US" sz="1100" u="none" cap="none" strike="noStrike">
                <a:solidFill>
                  <a:srgbClr val="204ECF"/>
                </a:solidFill>
                <a:latin typeface="Proxima Nova Semibold"/>
                <a:ea typeface="Proxima Nova Semibold"/>
                <a:cs typeface="Proxima Nova Semibold"/>
                <a:sym typeface="Proxima Nova Semibold"/>
              </a:rPr>
              <a:t>Without Scaling Headcount 1:1</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0"/>
              </a:spcBef>
              <a:spcAft>
                <a:spcPts val="0"/>
              </a:spcAft>
              <a:buClr>
                <a:srgbClr val="000000"/>
              </a:buClr>
              <a:buSzPts val="1100"/>
              <a:buFont typeface="Calibri"/>
              <a:buChar char="●"/>
            </a:pPr>
            <a:r>
              <a:rPr lang="en-US" sz="1100">
                <a:solidFill>
                  <a:srgbClr val="475569"/>
                </a:solidFill>
                <a:latin typeface="Calibri"/>
                <a:ea typeface="Calibri"/>
                <a:cs typeface="Calibri"/>
                <a:sym typeface="Calibri"/>
              </a:rPr>
              <a:t>Deterministic scoring replaces reviewer-hours-per-project.</a:t>
            </a:r>
            <a:endParaRPr sz="1100">
              <a:solidFill>
                <a:srgbClr val="475569"/>
              </a:solidFill>
              <a:latin typeface="Calibri"/>
              <a:ea typeface="Calibri"/>
              <a:cs typeface="Calibri"/>
              <a:sym typeface="Calibri"/>
            </a:endParaRPr>
          </a:p>
          <a:p>
            <a:pPr indent="-298450" lvl="0" marL="457200" marR="0" rtl="0" algn="l">
              <a:lnSpc>
                <a:spcPct val="100000"/>
              </a:lnSpc>
              <a:spcBef>
                <a:spcPts val="0"/>
              </a:spcBef>
              <a:spcAft>
                <a:spcPts val="0"/>
              </a:spcAft>
              <a:buClr>
                <a:srgbClr val="000000"/>
              </a:buClr>
              <a:buSzPts val="1100"/>
              <a:buFont typeface="Calibri"/>
              <a:buChar char="●"/>
            </a:pPr>
            <a:r>
              <a:rPr lang="en-US" sz="1100">
                <a:solidFill>
                  <a:srgbClr val="475569"/>
                </a:solidFill>
                <a:latin typeface="Calibri"/>
                <a:ea typeface="Calibri"/>
                <a:cs typeface="Calibri"/>
                <a:sym typeface="Calibri"/>
              </a:rPr>
              <a:t>New contract types or acquired teams plug in via configuration, not headcount.</a:t>
            </a:r>
            <a:endParaRPr sz="1100">
              <a:solidFill>
                <a:srgbClr val="475569"/>
              </a:solidFill>
              <a:latin typeface="Calibri"/>
              <a:ea typeface="Calibri"/>
              <a:cs typeface="Calibri"/>
              <a:sym typeface="Calibri"/>
            </a:endParaRPr>
          </a:p>
          <a:p>
            <a:pPr indent="-298450" lvl="0" marL="457200" marR="0" rtl="0" algn="l">
              <a:lnSpc>
                <a:spcPct val="100000"/>
              </a:lnSpc>
              <a:spcBef>
                <a:spcPts val="0"/>
              </a:spcBef>
              <a:spcAft>
                <a:spcPts val="0"/>
              </a:spcAft>
              <a:buClr>
                <a:srgbClr val="000000"/>
              </a:buClr>
              <a:buSzPts val="1100"/>
              <a:buFont typeface="Calibri"/>
              <a:buChar char="●"/>
            </a:pPr>
            <a:r>
              <a:rPr lang="en-US" sz="1100">
                <a:solidFill>
                  <a:srgbClr val="475569"/>
                </a:solidFill>
                <a:latin typeface="Calibri"/>
                <a:ea typeface="Calibri"/>
                <a:cs typeface="Calibri"/>
                <a:sym typeface="Calibri"/>
              </a:rPr>
              <a:t>Governance cost stops growing linearly with project count.</a:t>
            </a:r>
            <a:endParaRPr sz="1100">
              <a:solidFill>
                <a:srgbClr val="475569"/>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1100">
              <a:solidFill>
                <a:srgbClr val="475569"/>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b="0" i="0" sz="1100" u="none" cap="none" strike="noStrike">
              <a:solidFill>
                <a:srgbClr val="204ECF"/>
              </a:solidFill>
              <a:latin typeface="Mate"/>
              <a:ea typeface="Mate"/>
              <a:cs typeface="Mate"/>
              <a:sym typeface="Mate"/>
            </a:endParaRPr>
          </a:p>
        </p:txBody>
      </p:sp>
      <p:sp>
        <p:nvSpPr>
          <p:cNvPr id="487" name="Google Shape;487;p93"/>
          <p:cNvSpPr txBox="1"/>
          <p:nvPr>
            <p:ph type="title"/>
          </p:nvPr>
        </p:nvSpPr>
        <p:spPr>
          <a:xfrm>
            <a:off x="762000" y="381000"/>
            <a:ext cx="10668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700"/>
              <a:buNone/>
            </a:pPr>
            <a:r>
              <a:rPr b="1" lang="en-US" sz="2800">
                <a:solidFill>
                  <a:srgbClr val="0F172A"/>
                </a:solidFill>
                <a:latin typeface="Proxima Nova"/>
                <a:ea typeface="Proxima Nova"/>
                <a:cs typeface="Proxima Nova"/>
                <a:sym typeface="Proxima Nova"/>
              </a:rPr>
              <a:t>Beyond Control: What This Unlocks for Growth</a:t>
            </a:r>
            <a:endParaRPr b="1" sz="2800">
              <a:solidFill>
                <a:srgbClr val="0F172A"/>
              </a:solidFill>
              <a:latin typeface="Proxima Nova"/>
              <a:ea typeface="Proxima Nova"/>
              <a:cs typeface="Proxima Nova"/>
              <a:sym typeface="Proxima Nova"/>
            </a:endParaRPr>
          </a:p>
        </p:txBody>
      </p:sp>
      <p:sp>
        <p:nvSpPr>
          <p:cNvPr id="488" name="Google Shape;488;p93"/>
          <p:cNvSpPr txBox="1"/>
          <p:nvPr>
            <p:ph idx="1" type="subTitle"/>
          </p:nvPr>
        </p:nvSpPr>
        <p:spPr>
          <a:xfrm>
            <a:off x="762000" y="904875"/>
            <a:ext cx="10668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600"/>
              <a:buNone/>
            </a:pPr>
            <a:r>
              <a:rPr b="1" lang="en-US" sz="1100">
                <a:solidFill>
                  <a:srgbClr val="64748B"/>
                </a:solidFill>
                <a:latin typeface="Proxima Nova"/>
                <a:ea typeface="Proxima Nova"/>
                <a:cs typeface="Proxima Nova"/>
                <a:sym typeface="Proxima Nova"/>
              </a:rPr>
              <a:t>DELIVERY GOVERNANCE OPERATING LAYER</a:t>
            </a:r>
            <a:endParaRPr b="1" sz="1100">
              <a:solidFill>
                <a:srgbClr val="64748B"/>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94"/>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roxima Nova"/>
                <a:ea typeface="Proxima Nova"/>
                <a:cs typeface="Proxima Nova"/>
                <a:sym typeface="Proxima Nova"/>
              </a:rPr>
              <a:t> </a:t>
            </a:r>
            <a:r>
              <a:rPr b="0" i="0" lang="en-US" sz="800" u="none" cap="none" strike="noStrike">
                <a:solidFill>
                  <a:schemeClr val="dk1"/>
                </a:solidFill>
                <a:latin typeface="Proxima Nova"/>
                <a:ea typeface="Proxima Nova"/>
                <a:cs typeface="Proxima Nova"/>
                <a:sym typeface="Proxima Nova"/>
              </a:rPr>
              <a:t>Confidential </a:t>
            </a:r>
            <a:r>
              <a:rPr b="0" i="0" lang="en-US" sz="1100" u="none" cap="none" strike="noStrike">
                <a:solidFill>
                  <a:schemeClr val="dk1"/>
                </a:solidFill>
                <a:latin typeface="Proxima Nova"/>
                <a:ea typeface="Proxima Nova"/>
                <a:cs typeface="Proxima Nova"/>
                <a:sym typeface="Proxima Nova"/>
              </a:rPr>
              <a:t> | </a:t>
            </a:r>
            <a:fld id="{00000000-1234-1234-1234-123412341234}" type="slidenum">
              <a:rPr b="0" i="0" lang="en-US" sz="1100" u="none" cap="none" strike="noStrike">
                <a:solidFill>
                  <a:schemeClr val="dk1"/>
                </a:solidFill>
                <a:latin typeface="Proxima Nova"/>
                <a:ea typeface="Proxima Nova"/>
                <a:cs typeface="Proxima Nova"/>
                <a:sym typeface="Proxima Nova"/>
              </a:rPr>
              <a:t>‹#›</a:t>
            </a:fld>
            <a:endParaRPr b="0" i="0" sz="1100" u="none" cap="none" strike="noStrike">
              <a:solidFill>
                <a:schemeClr val="dk1"/>
              </a:solidFill>
              <a:latin typeface="Proxima Nova"/>
              <a:ea typeface="Proxima Nova"/>
              <a:cs typeface="Proxima Nova"/>
              <a:sym typeface="Proxima Nova"/>
            </a:endParaRPr>
          </a:p>
        </p:txBody>
      </p:sp>
      <p:pic>
        <p:nvPicPr>
          <p:cNvPr id="495" name="Google Shape;495;p94"/>
          <p:cNvPicPr preferRelativeResize="0"/>
          <p:nvPr/>
        </p:nvPicPr>
        <p:blipFill rotWithShape="1">
          <a:blip r:embed="rId3">
            <a:alphaModFix/>
          </a:blip>
          <a:srcRect b="0" l="229" r="229" t="0"/>
          <a:stretch/>
        </p:blipFill>
        <p:spPr>
          <a:xfrm>
            <a:off x="264160" y="6350765"/>
            <a:ext cx="165162" cy="232879"/>
          </a:xfrm>
          <a:prstGeom prst="rect">
            <a:avLst/>
          </a:prstGeom>
          <a:noFill/>
          <a:ln>
            <a:noFill/>
          </a:ln>
        </p:spPr>
      </p:pic>
      <p:grpSp>
        <p:nvGrpSpPr>
          <p:cNvPr id="496" name="Google Shape;496;p94"/>
          <p:cNvGrpSpPr/>
          <p:nvPr/>
        </p:nvGrpSpPr>
        <p:grpSpPr>
          <a:xfrm>
            <a:off x="762000" y="1666875"/>
            <a:ext cx="3333900" cy="4286400"/>
            <a:chOff x="0" y="0"/>
            <a:chExt cx="3333900" cy="4286400"/>
          </a:xfrm>
        </p:grpSpPr>
        <p:sp>
          <p:nvSpPr>
            <p:cNvPr id="497" name="Google Shape;497;p94"/>
            <p:cNvSpPr/>
            <p:nvPr/>
          </p:nvSpPr>
          <p:spPr>
            <a:xfrm>
              <a:off x="0" y="0"/>
              <a:ext cx="3333900" cy="4286400"/>
            </a:xfrm>
            <a:prstGeom prst="roundRect">
              <a:avLst>
                <a:gd fmla="val 457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94"/>
            <p:cNvSpPr txBox="1"/>
            <p:nvPr/>
          </p:nvSpPr>
          <p:spPr>
            <a:xfrm>
              <a:off x="228600" y="228600"/>
              <a:ext cx="2876700" cy="382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chemeClr val="accent1"/>
                  </a:solidFill>
                  <a:latin typeface="Material Icons"/>
                  <a:ea typeface="Material Icons"/>
                  <a:cs typeface="Material Icons"/>
                  <a:sym typeface="Material Icons"/>
                </a:rPr>
                <a:t>shield</a:t>
              </a:r>
              <a:endParaRPr b="0" i="0" sz="2400" u="none" cap="none" strike="noStrike">
                <a:solidFill>
                  <a:srgbClr val="204ECF"/>
                </a:solidFill>
                <a:latin typeface="Mate"/>
                <a:ea typeface="Mate"/>
                <a:cs typeface="Mate"/>
                <a:sym typeface="Mate"/>
              </a:endParaRPr>
            </a:p>
            <a:p>
              <a:pPr indent="0" lvl="0" marL="0" marR="0" rtl="0" algn="l">
                <a:lnSpc>
                  <a:spcPct val="100000"/>
                </a:lnSpc>
                <a:spcBef>
                  <a:spcPts val="12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Layer 1: Governed Baseline</a:t>
              </a:r>
              <a:endParaRPr b="1" i="0" sz="1600" u="none" cap="none" strike="noStrike">
                <a:solidFill>
                  <a:srgbClr val="0F172A"/>
                </a:solidFill>
                <a:latin typeface="Proxima Nova"/>
                <a:ea typeface="Proxima Nova"/>
                <a:cs typeface="Proxima Nova"/>
                <a:sym typeface="Proxima Nova"/>
              </a:endParaRPr>
            </a:p>
            <a:p>
              <a:pPr indent="0" lvl="0" marL="0" marR="0" rtl="0" algn="l">
                <a:lnSpc>
                  <a:spcPct val="100000"/>
                </a:lnSpc>
                <a:spcBef>
                  <a:spcPts val="300"/>
                </a:spcBef>
                <a:spcAft>
                  <a:spcPts val="0"/>
                </a:spcAft>
                <a:buClr>
                  <a:srgbClr val="000000"/>
                </a:buClr>
                <a:buSzPts val="1100"/>
                <a:buFont typeface="Arial"/>
                <a:buNone/>
              </a:pPr>
              <a:r>
                <a:rPr b="0" i="0" lang="en-US" sz="1100" u="none" cap="none" strike="noStrike">
                  <a:solidFill>
                    <a:srgbClr val="204ECF"/>
                  </a:solidFill>
                  <a:latin typeface="Proxima Nova Semibold"/>
                  <a:ea typeface="Proxima Nova Semibold"/>
                  <a:cs typeface="Proxima Nova Semibold"/>
                  <a:sym typeface="Proxima Nova Semibold"/>
                </a:rPr>
                <a:t>Contract Baselines</a:t>
              </a:r>
              <a:endParaRPr b="0" i="0" sz="1100" u="none" cap="none" strike="noStrike">
                <a:solidFill>
                  <a:srgbClr val="204ECF"/>
                </a:solidFill>
                <a:latin typeface="Proxima Nova Semibold"/>
                <a:ea typeface="Proxima Nova Semibold"/>
                <a:cs typeface="Proxima Nova Semibold"/>
                <a:sym typeface="Proxima Nova Semibold"/>
              </a:endParaRPr>
            </a:p>
            <a:p>
              <a:pPr indent="-301625" lvl="0" marL="457200" marR="0" rtl="0" algn="l">
                <a:lnSpc>
                  <a:spcPct val="100000"/>
                </a:lnSpc>
                <a:spcBef>
                  <a:spcPts val="120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Baseline Excel workbooks ingested and validated into SQLite.</a:t>
              </a:r>
              <a:endParaRPr b="0" i="0" sz="1150" u="none" cap="none" strike="noStrike">
                <a:solidFill>
                  <a:srgbClr val="475569"/>
                </a:solidFill>
                <a:latin typeface="Calibri"/>
                <a:ea typeface="Calibri"/>
                <a:cs typeface="Calibri"/>
                <a:sym typeface="Calibri"/>
              </a:endParaRPr>
            </a:p>
            <a:p>
              <a:pPr indent="-301625" lvl="0" marL="457200" marR="0" rtl="0" algn="l">
                <a:lnSpc>
                  <a:spcPct val="100000"/>
                </a:lnSpc>
                <a:spcBef>
                  <a:spcPts val="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Governs committed milestones, margin targets, and financial baselines.</a:t>
              </a:r>
              <a:endParaRPr b="0" i="0" sz="1150" u="none" cap="none" strike="noStrike">
                <a:solidFill>
                  <a:srgbClr val="475569"/>
                </a:solidFill>
                <a:latin typeface="Calibri"/>
                <a:ea typeface="Calibri"/>
                <a:cs typeface="Calibri"/>
                <a:sym typeface="Calibri"/>
              </a:endParaRPr>
            </a:p>
            <a:p>
              <a:pPr indent="-301625" lvl="0" marL="457200" marR="0" rtl="0" algn="l">
                <a:lnSpc>
                  <a:spcPct val="100000"/>
                </a:lnSpc>
                <a:spcBef>
                  <a:spcPts val="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Upserted per project today — a write-once ledger is target-state.</a:t>
              </a:r>
              <a:endParaRPr b="0" i="0" sz="1150" u="none" cap="none" strike="noStrike">
                <a:solidFill>
                  <a:srgbClr val="475569"/>
                </a:solidFill>
                <a:latin typeface="Calibri"/>
                <a:ea typeface="Calibri"/>
                <a:cs typeface="Calibri"/>
                <a:sym typeface="Calibri"/>
              </a:endParaRPr>
            </a:p>
          </p:txBody>
        </p:sp>
      </p:grpSp>
      <p:grpSp>
        <p:nvGrpSpPr>
          <p:cNvPr id="499" name="Google Shape;499;p94"/>
          <p:cNvGrpSpPr/>
          <p:nvPr/>
        </p:nvGrpSpPr>
        <p:grpSpPr>
          <a:xfrm>
            <a:off x="4429125" y="1666875"/>
            <a:ext cx="3333900" cy="4286400"/>
            <a:chOff x="0" y="0"/>
            <a:chExt cx="3333900" cy="4286400"/>
          </a:xfrm>
        </p:grpSpPr>
        <p:sp>
          <p:nvSpPr>
            <p:cNvPr id="500" name="Google Shape;500;p94"/>
            <p:cNvSpPr/>
            <p:nvPr/>
          </p:nvSpPr>
          <p:spPr>
            <a:xfrm>
              <a:off x="0" y="0"/>
              <a:ext cx="3333900" cy="4286400"/>
            </a:xfrm>
            <a:prstGeom prst="roundRect">
              <a:avLst>
                <a:gd fmla="val 457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94"/>
            <p:cNvSpPr txBox="1"/>
            <p:nvPr/>
          </p:nvSpPr>
          <p:spPr>
            <a:xfrm>
              <a:off x="228600" y="228600"/>
              <a:ext cx="2876700" cy="382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chemeClr val="accent1"/>
                  </a:solidFill>
                  <a:latin typeface="Material Icons"/>
                  <a:ea typeface="Material Icons"/>
                  <a:cs typeface="Material Icons"/>
                  <a:sym typeface="Material Icons"/>
                </a:rPr>
                <a:t>settings</a:t>
              </a:r>
              <a:endParaRPr b="0" i="0" sz="2400" u="none" cap="none" strike="noStrike">
                <a:solidFill>
                  <a:srgbClr val="204ECF"/>
                </a:solidFill>
                <a:latin typeface="Mate"/>
                <a:ea typeface="Mate"/>
                <a:cs typeface="Mate"/>
                <a:sym typeface="Mate"/>
              </a:endParaRPr>
            </a:p>
            <a:p>
              <a:pPr indent="0" lvl="0" marL="0" marR="0" rtl="0" algn="l">
                <a:lnSpc>
                  <a:spcPct val="100000"/>
                </a:lnSpc>
                <a:spcBef>
                  <a:spcPts val="12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Layer 2: Deterministic Core</a:t>
              </a:r>
              <a:endParaRPr b="0" i="0" sz="1600" u="none" cap="none" strike="noStrike">
                <a:solidFill>
                  <a:srgbClr val="204ECF"/>
                </a:solidFill>
                <a:latin typeface="Mate"/>
                <a:ea typeface="Mate"/>
                <a:cs typeface="Mate"/>
                <a:sym typeface="Mate"/>
              </a:endParaRPr>
            </a:p>
            <a:p>
              <a:pPr indent="0" lvl="0" marL="0" marR="0" rtl="0" algn="l">
                <a:lnSpc>
                  <a:spcPct val="100000"/>
                </a:lnSpc>
                <a:spcBef>
                  <a:spcPts val="300"/>
                </a:spcBef>
                <a:spcAft>
                  <a:spcPts val="0"/>
                </a:spcAft>
                <a:buClr>
                  <a:srgbClr val="000000"/>
                </a:buClr>
                <a:buSzPts val="1100"/>
                <a:buFont typeface="Arial"/>
                <a:buNone/>
              </a:pPr>
              <a:r>
                <a:rPr b="0" i="0" lang="en-US" sz="1100" u="none" cap="none" strike="noStrike">
                  <a:solidFill>
                    <a:srgbClr val="204ECF"/>
                  </a:solidFill>
                  <a:latin typeface="Proxima Nova Semibold"/>
                  <a:ea typeface="Proxima Nova Semibold"/>
                  <a:cs typeface="Proxima Nova Semibold"/>
                  <a:sym typeface="Proxima Nova Semibold"/>
                </a:rPr>
                <a:t>Python / SQL Engine</a:t>
              </a:r>
              <a:endParaRPr b="0" i="0" sz="1100" u="none" cap="none" strike="noStrike">
                <a:solidFill>
                  <a:srgbClr val="204ECF"/>
                </a:solidFill>
                <a:latin typeface="Mate"/>
                <a:ea typeface="Mate"/>
                <a:cs typeface="Mate"/>
                <a:sym typeface="Mate"/>
              </a:endParaRPr>
            </a:p>
            <a:p>
              <a:pPr indent="-301625" lvl="0" marL="457200" marR="0" rtl="0" algn="l">
                <a:lnSpc>
                  <a:spcPct val="100000"/>
                </a:lnSpc>
                <a:spcBef>
                  <a:spcPts val="120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Hardcoded rule sets evaluate contract-specific thresholds.</a:t>
              </a:r>
              <a:endParaRPr b="0" i="0" sz="2400" u="none" cap="none" strike="noStrike">
                <a:solidFill>
                  <a:srgbClr val="204ECF"/>
                </a:solidFill>
                <a:latin typeface="Mate"/>
                <a:ea typeface="Mate"/>
                <a:cs typeface="Mate"/>
                <a:sym typeface="Mate"/>
              </a:endParaRPr>
            </a:p>
            <a:p>
              <a:pPr indent="-301625" lvl="0" marL="457200" marR="0" rtl="0" algn="l">
                <a:lnSpc>
                  <a:spcPct val="100000"/>
                </a:lnSpc>
                <a:spcBef>
                  <a:spcPts val="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Multi-cycle state machines increment aging and escalation counters.</a:t>
              </a:r>
              <a:endParaRPr b="0" i="0" sz="2400" u="none" cap="none" strike="noStrike">
                <a:solidFill>
                  <a:srgbClr val="204ECF"/>
                </a:solidFill>
                <a:latin typeface="Mate"/>
                <a:ea typeface="Mate"/>
                <a:cs typeface="Mate"/>
                <a:sym typeface="Mate"/>
              </a:endParaRPr>
            </a:p>
            <a:p>
              <a:pPr indent="-301625" lvl="0" marL="457200" marR="0" rtl="0" algn="l">
                <a:lnSpc>
                  <a:spcPct val="100000"/>
                </a:lnSpc>
                <a:spcBef>
                  <a:spcPts val="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Gates the top escalation tier via Human-in-the-Loop review before action.</a:t>
              </a:r>
              <a:endParaRPr b="0" i="0" sz="2400" u="none" cap="none" strike="noStrike">
                <a:solidFill>
                  <a:srgbClr val="204ECF"/>
                </a:solidFill>
                <a:latin typeface="Mate"/>
                <a:ea typeface="Mate"/>
                <a:cs typeface="Mate"/>
                <a:sym typeface="Mate"/>
              </a:endParaRPr>
            </a:p>
          </p:txBody>
        </p:sp>
      </p:grpSp>
      <p:grpSp>
        <p:nvGrpSpPr>
          <p:cNvPr id="502" name="Google Shape;502;p94"/>
          <p:cNvGrpSpPr/>
          <p:nvPr/>
        </p:nvGrpSpPr>
        <p:grpSpPr>
          <a:xfrm>
            <a:off x="8096250" y="1666875"/>
            <a:ext cx="3333900" cy="4286400"/>
            <a:chOff x="0" y="0"/>
            <a:chExt cx="3333900" cy="4286400"/>
          </a:xfrm>
        </p:grpSpPr>
        <p:sp>
          <p:nvSpPr>
            <p:cNvPr id="503" name="Google Shape;503;p94"/>
            <p:cNvSpPr/>
            <p:nvPr/>
          </p:nvSpPr>
          <p:spPr>
            <a:xfrm>
              <a:off x="0" y="0"/>
              <a:ext cx="3333900" cy="4286400"/>
            </a:xfrm>
            <a:prstGeom prst="roundRect">
              <a:avLst>
                <a:gd fmla="val 457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94"/>
            <p:cNvSpPr txBox="1"/>
            <p:nvPr/>
          </p:nvSpPr>
          <p:spPr>
            <a:xfrm>
              <a:off x="228600" y="228600"/>
              <a:ext cx="2876700" cy="382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chemeClr val="accent1"/>
                  </a:solidFill>
                  <a:latin typeface="Material Icons"/>
                  <a:ea typeface="Material Icons"/>
                  <a:cs typeface="Material Icons"/>
                  <a:sym typeface="Material Icons"/>
                </a:rPr>
                <a:t>auto_awesome</a:t>
              </a:r>
              <a:endParaRPr b="0" i="0" sz="2400" u="none" cap="none" strike="noStrike">
                <a:solidFill>
                  <a:srgbClr val="204ECF"/>
                </a:solidFill>
                <a:latin typeface="Mate"/>
                <a:ea typeface="Mate"/>
                <a:cs typeface="Mate"/>
                <a:sym typeface="Mate"/>
              </a:endParaRPr>
            </a:p>
            <a:p>
              <a:pPr indent="0" lvl="0" marL="0" marR="0" rtl="0" algn="l">
                <a:lnSpc>
                  <a:spcPct val="100000"/>
                </a:lnSpc>
                <a:spcBef>
                  <a:spcPts val="12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Layer 3: Generative AI</a:t>
              </a:r>
              <a:endParaRPr b="0" i="0" sz="1600" u="none" cap="none" strike="noStrike">
                <a:solidFill>
                  <a:srgbClr val="204ECF"/>
                </a:solidFill>
                <a:latin typeface="Mate"/>
                <a:ea typeface="Mate"/>
                <a:cs typeface="Mate"/>
                <a:sym typeface="Mate"/>
              </a:endParaRPr>
            </a:p>
            <a:p>
              <a:pPr indent="0" lvl="0" marL="0" marR="0" rtl="0" algn="l">
                <a:lnSpc>
                  <a:spcPct val="100000"/>
                </a:lnSpc>
                <a:spcBef>
                  <a:spcPts val="300"/>
                </a:spcBef>
                <a:spcAft>
                  <a:spcPts val="0"/>
                </a:spcAft>
                <a:buClr>
                  <a:srgbClr val="000000"/>
                </a:buClr>
                <a:buSzPts val="1100"/>
                <a:buFont typeface="Arial"/>
                <a:buNone/>
              </a:pPr>
              <a:r>
                <a:rPr b="0" i="0" lang="en-US" sz="1100" u="none" cap="none" strike="noStrike">
                  <a:solidFill>
                    <a:srgbClr val="204ECF"/>
                  </a:solidFill>
                  <a:latin typeface="Proxima Nova Semibold"/>
                  <a:ea typeface="Proxima Nova Semibold"/>
                  <a:cs typeface="Proxima Nova Semibold"/>
                  <a:sym typeface="Proxima Nova Semibold"/>
                </a:rPr>
                <a:t>Advisory &amp; Context Layer</a:t>
              </a:r>
              <a:endParaRPr b="0" i="0" sz="1100" u="none" cap="none" strike="noStrike">
                <a:solidFill>
                  <a:srgbClr val="204ECF"/>
                </a:solidFill>
                <a:latin typeface="Mate"/>
                <a:ea typeface="Mate"/>
                <a:cs typeface="Mate"/>
                <a:sym typeface="Mate"/>
              </a:endParaRPr>
            </a:p>
            <a:p>
              <a:pPr indent="-301625" lvl="0" marL="457200" marR="0" rtl="0" algn="l">
                <a:lnSpc>
                  <a:spcPct val="100000"/>
                </a:lnSpc>
                <a:spcBef>
                  <a:spcPts val="120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Synthesizes unstructured notes, sentiment, and client context.</a:t>
              </a:r>
              <a:endParaRPr b="0" i="0" sz="2400" u="none" cap="none" strike="noStrike">
                <a:solidFill>
                  <a:srgbClr val="204ECF"/>
                </a:solidFill>
                <a:latin typeface="Mate"/>
                <a:ea typeface="Mate"/>
                <a:cs typeface="Mate"/>
                <a:sym typeface="Mate"/>
              </a:endParaRPr>
            </a:p>
            <a:p>
              <a:pPr indent="-301625" lvl="0" marL="457200" marR="0" rtl="0" algn="l">
                <a:lnSpc>
                  <a:spcPct val="100000"/>
                </a:lnSpc>
                <a:spcBef>
                  <a:spcPts val="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Retrieves historical remediation playbooks from past cases.</a:t>
              </a:r>
              <a:endParaRPr b="0" i="0" sz="2400" u="none" cap="none" strike="noStrike">
                <a:solidFill>
                  <a:srgbClr val="204ECF"/>
                </a:solidFill>
                <a:latin typeface="Mate"/>
                <a:ea typeface="Mate"/>
                <a:cs typeface="Mate"/>
                <a:sym typeface="Mate"/>
              </a:endParaRPr>
            </a:p>
            <a:p>
              <a:pPr indent="-301625" lvl="0" marL="457200" marR="0" rtl="0" algn="l">
                <a:lnSpc>
                  <a:spcPct val="100000"/>
                </a:lnSpc>
                <a:spcBef>
                  <a:spcPts val="0"/>
                </a:spcBef>
                <a:spcAft>
                  <a:spcPts val="0"/>
                </a:spcAft>
                <a:buClr>
                  <a:srgbClr val="475569"/>
                </a:buClr>
                <a:buSzPts val="1150"/>
                <a:buFont typeface="Calibri"/>
                <a:buChar char="●"/>
              </a:pPr>
              <a:r>
                <a:rPr b="0" i="0" lang="en-US" sz="1150" u="none" cap="none" strike="noStrike">
                  <a:solidFill>
                    <a:srgbClr val="475569"/>
                  </a:solidFill>
                  <a:latin typeface="Calibri"/>
                  <a:ea typeface="Calibri"/>
                  <a:cs typeface="Calibri"/>
                  <a:sym typeface="Calibri"/>
                </a:rPr>
                <a:t>Produces structured escalation rationale without ever modifying core metrics.</a:t>
              </a:r>
              <a:endParaRPr b="0" i="0" sz="2400" u="none" cap="none" strike="noStrike">
                <a:solidFill>
                  <a:srgbClr val="204ECF"/>
                </a:solidFill>
                <a:latin typeface="Mate"/>
                <a:ea typeface="Mate"/>
                <a:cs typeface="Mate"/>
                <a:sym typeface="Mate"/>
              </a:endParaRPr>
            </a:p>
          </p:txBody>
        </p:sp>
      </p:grpSp>
      <p:sp>
        <p:nvSpPr>
          <p:cNvPr id="505" name="Google Shape;505;p94"/>
          <p:cNvSpPr txBox="1"/>
          <p:nvPr>
            <p:ph type="title"/>
          </p:nvPr>
        </p:nvSpPr>
        <p:spPr>
          <a:xfrm>
            <a:off x="762000" y="381000"/>
            <a:ext cx="10668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700"/>
              <a:buNone/>
            </a:pPr>
            <a:r>
              <a:rPr b="1" lang="en-US" sz="2800">
                <a:solidFill>
                  <a:srgbClr val="0F172A"/>
                </a:solidFill>
                <a:latin typeface="Proxima Nova"/>
                <a:ea typeface="Proxima Nova"/>
                <a:cs typeface="Proxima Nova"/>
                <a:sym typeface="Proxima Nova"/>
              </a:rPr>
              <a:t>System Architecture: Deterministic Ledger vs. Probabilistic AI</a:t>
            </a:r>
            <a:endParaRPr b="1" sz="2800">
              <a:solidFill>
                <a:srgbClr val="0F172A"/>
              </a:solidFill>
              <a:latin typeface="Proxima Nova"/>
              <a:ea typeface="Proxima Nova"/>
              <a:cs typeface="Proxima Nova"/>
              <a:sym typeface="Proxima Nova"/>
            </a:endParaRPr>
          </a:p>
        </p:txBody>
      </p:sp>
      <p:sp>
        <p:nvSpPr>
          <p:cNvPr id="506" name="Google Shape;506;p94"/>
          <p:cNvSpPr txBox="1"/>
          <p:nvPr>
            <p:ph idx="1" type="subTitle"/>
          </p:nvPr>
        </p:nvSpPr>
        <p:spPr>
          <a:xfrm>
            <a:off x="762000" y="904875"/>
            <a:ext cx="10668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600"/>
              <a:buNone/>
            </a:pPr>
            <a:r>
              <a:rPr b="1" lang="en-US" sz="1100">
                <a:solidFill>
                  <a:srgbClr val="64748B"/>
                </a:solidFill>
                <a:latin typeface="Proxima Nova"/>
                <a:ea typeface="Proxima Nova"/>
                <a:cs typeface="Proxima Nova"/>
                <a:sym typeface="Proxima Nova"/>
              </a:rPr>
              <a:t>DELIVERY GOVERNANCE OPERATING LAYER</a:t>
            </a:r>
            <a:endParaRPr b="1" sz="1100">
              <a:solidFill>
                <a:srgbClr val="64748B"/>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95"/>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roxima Nova"/>
                <a:ea typeface="Proxima Nova"/>
                <a:cs typeface="Proxima Nova"/>
                <a:sym typeface="Proxima Nova"/>
              </a:rPr>
              <a:t> </a:t>
            </a:r>
            <a:r>
              <a:rPr b="0" i="0" lang="en-US" sz="800" u="none" cap="none" strike="noStrike">
                <a:solidFill>
                  <a:schemeClr val="dk1"/>
                </a:solidFill>
                <a:latin typeface="Proxima Nova"/>
                <a:ea typeface="Proxima Nova"/>
                <a:cs typeface="Proxima Nova"/>
                <a:sym typeface="Proxima Nova"/>
              </a:rPr>
              <a:t>Confidential </a:t>
            </a:r>
            <a:r>
              <a:rPr b="0" i="0" lang="en-US" sz="1100" u="none" cap="none" strike="noStrike">
                <a:solidFill>
                  <a:schemeClr val="dk1"/>
                </a:solidFill>
                <a:latin typeface="Proxima Nova"/>
                <a:ea typeface="Proxima Nova"/>
                <a:cs typeface="Proxima Nova"/>
                <a:sym typeface="Proxima Nova"/>
              </a:rPr>
              <a:t> | </a:t>
            </a:r>
            <a:fld id="{00000000-1234-1234-1234-123412341234}" type="slidenum">
              <a:rPr b="0" i="0" lang="en-US" sz="1100" u="none" cap="none" strike="noStrike">
                <a:solidFill>
                  <a:schemeClr val="dk1"/>
                </a:solidFill>
                <a:latin typeface="Proxima Nova"/>
                <a:ea typeface="Proxima Nova"/>
                <a:cs typeface="Proxima Nova"/>
                <a:sym typeface="Proxima Nova"/>
              </a:rPr>
              <a:t>‹#›</a:t>
            </a:fld>
            <a:endParaRPr b="0" i="0" sz="1100" u="none" cap="none" strike="noStrike">
              <a:solidFill>
                <a:schemeClr val="dk1"/>
              </a:solidFill>
              <a:latin typeface="Proxima Nova"/>
              <a:ea typeface="Proxima Nova"/>
              <a:cs typeface="Proxima Nova"/>
              <a:sym typeface="Proxima Nova"/>
            </a:endParaRPr>
          </a:p>
        </p:txBody>
      </p:sp>
      <p:pic>
        <p:nvPicPr>
          <p:cNvPr id="513" name="Google Shape;513;p95"/>
          <p:cNvPicPr preferRelativeResize="0"/>
          <p:nvPr/>
        </p:nvPicPr>
        <p:blipFill rotWithShape="1">
          <a:blip r:embed="rId3">
            <a:alphaModFix/>
          </a:blip>
          <a:srcRect b="0" l="229" r="229" t="0"/>
          <a:stretch/>
        </p:blipFill>
        <p:spPr>
          <a:xfrm>
            <a:off x="264160" y="6350765"/>
            <a:ext cx="165162" cy="232879"/>
          </a:xfrm>
          <a:prstGeom prst="rect">
            <a:avLst/>
          </a:prstGeom>
          <a:noFill/>
          <a:ln>
            <a:noFill/>
          </a:ln>
        </p:spPr>
      </p:pic>
      <p:sp>
        <p:nvSpPr>
          <p:cNvPr id="514" name="Google Shape;514;p95"/>
          <p:cNvSpPr/>
          <p:nvPr/>
        </p:nvSpPr>
        <p:spPr>
          <a:xfrm>
            <a:off x="762000" y="1714500"/>
            <a:ext cx="2476500" cy="4191000"/>
          </a:xfrm>
          <a:prstGeom prst="roundRect">
            <a:avLst>
              <a:gd fmla="val 615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95"/>
          <p:cNvSpPr txBox="1"/>
          <p:nvPr/>
        </p:nvSpPr>
        <p:spPr>
          <a:xfrm>
            <a:off x="990600" y="1943100"/>
            <a:ext cx="2019300" cy="373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chemeClr val="accent1"/>
                </a:solidFill>
                <a:latin typeface="Material Icons"/>
                <a:ea typeface="Material Icons"/>
                <a:cs typeface="Material Icons"/>
                <a:sym typeface="Material Icons"/>
              </a:rPr>
              <a:t>search</a:t>
            </a:r>
            <a:endParaRPr b="0" i="0" sz="2400" u="none" cap="none" strike="noStrike">
              <a:solidFill>
                <a:srgbClr val="204ECF"/>
              </a:solidFill>
              <a:latin typeface="Mate"/>
              <a:ea typeface="Mate"/>
              <a:cs typeface="Mate"/>
              <a:sym typeface="Mate"/>
            </a:endParaRPr>
          </a:p>
          <a:p>
            <a:pPr indent="0" lvl="0" marL="0" marR="0" rtl="0" algn="l">
              <a:lnSpc>
                <a:spcPct val="100000"/>
              </a:lnSpc>
              <a:spcBef>
                <a:spcPts val="9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1. Detect</a:t>
            </a:r>
            <a:endParaRPr b="0" i="0" sz="1600" u="none" cap="none" strike="noStrike">
              <a:solidFill>
                <a:srgbClr val="204ECF"/>
              </a:solidFill>
              <a:latin typeface="Mate"/>
              <a:ea typeface="Mate"/>
              <a:cs typeface="Mate"/>
              <a:sym typeface="Mate"/>
            </a:endParaRPr>
          </a:p>
          <a:p>
            <a:pPr indent="0" lvl="0" marL="0" marR="0" rtl="0" algn="l">
              <a:lnSpc>
                <a:spcPct val="100000"/>
              </a:lnSpc>
              <a:spcBef>
                <a:spcPts val="225"/>
              </a:spcBef>
              <a:spcAft>
                <a:spcPts val="0"/>
              </a:spcAft>
              <a:buClr>
                <a:srgbClr val="000000"/>
              </a:buClr>
              <a:buSzPts val="1100"/>
              <a:buFont typeface="Arial"/>
              <a:buNone/>
            </a:pPr>
            <a:r>
              <a:rPr b="0" i="0" lang="en-US" sz="1100" u="none" cap="none" strike="noStrike">
                <a:solidFill>
                  <a:srgbClr val="204ECF"/>
                </a:solidFill>
                <a:latin typeface="Proxima Nova Semibold"/>
                <a:ea typeface="Proxima Nova Semibold"/>
                <a:cs typeface="Proxima Nova Semibold"/>
                <a:sym typeface="Proxima Nova Semibold"/>
              </a:rPr>
              <a:t>Continuous Ingestion</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1200"/>
              </a:spcBef>
              <a:spcAft>
                <a:spcPts val="0"/>
              </a:spcAft>
              <a:buClr>
                <a:srgbClr val="475569"/>
              </a:buClr>
              <a:buSzPts val="1100"/>
              <a:buFont typeface="Calibri"/>
              <a:buChar char="●"/>
            </a:pPr>
            <a:r>
              <a:rPr b="0" i="0" lang="en-US" sz="1100" u="none" cap="none" strike="noStrike">
                <a:solidFill>
                  <a:srgbClr val="475569"/>
                </a:solidFill>
                <a:latin typeface="Calibri"/>
                <a:ea typeface="Calibri"/>
                <a:cs typeface="Calibri"/>
                <a:sym typeface="Calibri"/>
              </a:rPr>
              <a:t>Tracks schedule float loss.</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Monitors margin slippage.</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Flags key-role staffing vacancies.</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0"/>
              </a:spcBef>
              <a:spcAft>
                <a:spcPts val="0"/>
              </a:spcAft>
              <a:buClr>
                <a:srgbClr val="000000"/>
              </a:buClr>
              <a:buSzPts val="1100"/>
              <a:buFont typeface="Calibri"/>
              <a:buChar char="●"/>
            </a:pPr>
            <a:r>
              <a:rPr b="0" i="0" lang="en-US" sz="1100" u="none" cap="none" strike="noStrike">
                <a:solidFill>
                  <a:srgbClr val="204ECF"/>
                </a:solidFill>
                <a:latin typeface="Calibri"/>
                <a:ea typeface="Calibri"/>
                <a:cs typeface="Calibri"/>
                <a:sym typeface="Calibri"/>
              </a:rPr>
              <a:t>S</a:t>
            </a:r>
            <a:r>
              <a:rPr b="0" i="0" lang="en-US" sz="1100" u="none" cap="none" strike="noStrike">
                <a:solidFill>
                  <a:srgbClr val="475569"/>
                </a:solidFill>
                <a:latin typeface="Calibri"/>
                <a:ea typeface="Calibri"/>
                <a:cs typeface="Calibri"/>
                <a:sym typeface="Calibri"/>
              </a:rPr>
              <a:t>urfaces cross-cycle aging.</a:t>
            </a:r>
            <a:endParaRPr b="0" i="0" sz="1100" u="none" cap="none" strike="noStrike">
              <a:solidFill>
                <a:srgbClr val="204ECF"/>
              </a:solidFill>
              <a:latin typeface="Mate"/>
              <a:ea typeface="Mate"/>
              <a:cs typeface="Mate"/>
              <a:sym typeface="Mate"/>
            </a:endParaRPr>
          </a:p>
        </p:txBody>
      </p:sp>
      <p:sp>
        <p:nvSpPr>
          <p:cNvPr id="516" name="Google Shape;516;p95"/>
          <p:cNvSpPr/>
          <p:nvPr/>
        </p:nvSpPr>
        <p:spPr>
          <a:xfrm>
            <a:off x="3486150" y="1714500"/>
            <a:ext cx="2476500" cy="4191000"/>
          </a:xfrm>
          <a:prstGeom prst="roundRect">
            <a:avLst>
              <a:gd fmla="val 615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95"/>
          <p:cNvSpPr txBox="1"/>
          <p:nvPr/>
        </p:nvSpPr>
        <p:spPr>
          <a:xfrm>
            <a:off x="3714750" y="1943100"/>
            <a:ext cx="2019300" cy="373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chemeClr val="accent1"/>
                </a:solidFill>
                <a:latin typeface="Material Icons"/>
                <a:ea typeface="Material Icons"/>
                <a:cs typeface="Material Icons"/>
                <a:sym typeface="Material Icons"/>
              </a:rPr>
              <a:t>gavel</a:t>
            </a:r>
            <a:endParaRPr b="0" i="0" sz="2400" u="none" cap="none" strike="noStrike">
              <a:solidFill>
                <a:srgbClr val="204ECF"/>
              </a:solidFill>
              <a:latin typeface="Mate"/>
              <a:ea typeface="Mate"/>
              <a:cs typeface="Mate"/>
              <a:sym typeface="Mate"/>
            </a:endParaRPr>
          </a:p>
          <a:p>
            <a:pPr indent="0" lvl="0" marL="0" marR="0" rtl="0" algn="l">
              <a:lnSpc>
                <a:spcPct val="100000"/>
              </a:lnSpc>
              <a:spcBef>
                <a:spcPts val="9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2. Decide</a:t>
            </a:r>
            <a:endParaRPr b="0" i="0" sz="1600" u="none" cap="none" strike="noStrike">
              <a:solidFill>
                <a:srgbClr val="204ECF"/>
              </a:solidFill>
              <a:latin typeface="Mate"/>
              <a:ea typeface="Mate"/>
              <a:cs typeface="Mate"/>
              <a:sym typeface="Mate"/>
            </a:endParaRPr>
          </a:p>
          <a:p>
            <a:pPr indent="0" lvl="0" marL="0" marR="0" rtl="0" algn="l">
              <a:lnSpc>
                <a:spcPct val="100000"/>
              </a:lnSpc>
              <a:spcBef>
                <a:spcPts val="225"/>
              </a:spcBef>
              <a:spcAft>
                <a:spcPts val="0"/>
              </a:spcAft>
              <a:buClr>
                <a:srgbClr val="000000"/>
              </a:buClr>
              <a:buSzPts val="1100"/>
              <a:buFont typeface="Arial"/>
              <a:buNone/>
            </a:pPr>
            <a:r>
              <a:rPr b="0" i="0" lang="en-US" sz="1100" u="none" cap="none" strike="noStrike">
                <a:solidFill>
                  <a:srgbClr val="204ECF"/>
                </a:solidFill>
                <a:latin typeface="Proxima Nova Semibold"/>
                <a:ea typeface="Proxima Nova Semibold"/>
                <a:cs typeface="Proxima Nova Semibold"/>
                <a:sym typeface="Proxima Nova Semibold"/>
              </a:rPr>
              <a:t>Contract-Aware Logic</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1200"/>
              </a:spcBef>
              <a:spcAft>
                <a:spcPts val="0"/>
              </a:spcAft>
              <a:buClr>
                <a:srgbClr val="475569"/>
              </a:buClr>
              <a:buSzPts val="1100"/>
              <a:buFont typeface="Calibri"/>
              <a:buChar char="●"/>
            </a:pPr>
            <a:r>
              <a:rPr b="0" i="0" lang="en-US" sz="1100" u="none" cap="none" strike="noStrike">
                <a:solidFill>
                  <a:srgbClr val="475569"/>
                </a:solidFill>
                <a:latin typeface="Calibri"/>
                <a:ea typeface="Calibri"/>
                <a:cs typeface="Calibri"/>
                <a:sym typeface="Calibri"/>
              </a:rPr>
              <a:t>FP: Scope &amp; float strict.</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0"/>
              </a:spcBef>
              <a:spcAft>
                <a:spcPts val="0"/>
              </a:spcAft>
              <a:buClr>
                <a:srgbClr val="475569"/>
              </a:buClr>
              <a:buSzPts val="1100"/>
              <a:buFont typeface="Calibri"/>
              <a:buChar char="●"/>
            </a:pPr>
            <a:r>
              <a:rPr b="0" i="0" lang="en-US" sz="1100" u="none" cap="none" strike="noStrike">
                <a:solidFill>
                  <a:srgbClr val="475569"/>
                </a:solidFill>
                <a:latin typeface="Calibri"/>
                <a:ea typeface="Calibri"/>
                <a:cs typeface="Calibri"/>
                <a:sym typeface="Calibri"/>
              </a:rPr>
              <a:t>T&amp;M: Vacancy strict, margin relaxed.</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0"/>
              </a:spcBef>
              <a:spcAft>
                <a:spcPts val="0"/>
              </a:spcAft>
              <a:buClr>
                <a:srgbClr val="475569"/>
              </a:buClr>
              <a:buSzPts val="1100"/>
              <a:buFont typeface="Calibri"/>
              <a:buChar char="●"/>
            </a:pPr>
            <a:r>
              <a:rPr b="0" i="0" lang="en-US" sz="1100" u="none" cap="none" strike="noStrike">
                <a:solidFill>
                  <a:srgbClr val="475569"/>
                </a:solidFill>
                <a:latin typeface="Calibri"/>
                <a:ea typeface="Calibri"/>
                <a:cs typeface="Calibri"/>
                <a:sym typeface="Calibri"/>
              </a:rPr>
              <a:t>Objective weighted scores.</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0"/>
              </a:spcBef>
              <a:spcAft>
                <a:spcPts val="0"/>
              </a:spcAft>
              <a:buClr>
                <a:srgbClr val="475569"/>
              </a:buClr>
              <a:buSzPts val="1100"/>
              <a:buFont typeface="Calibri"/>
              <a:buChar char="●"/>
            </a:pPr>
            <a:r>
              <a:rPr b="0" i="0" lang="en-US" sz="1100" u="none" cap="none" strike="noStrike">
                <a:solidFill>
                  <a:srgbClr val="475569"/>
                </a:solidFill>
                <a:latin typeface="Calibri"/>
                <a:ea typeface="Calibri"/>
                <a:cs typeface="Calibri"/>
                <a:sym typeface="Calibri"/>
              </a:rPr>
              <a:t>Zero reviewer variance.</a:t>
            </a:r>
            <a:endParaRPr b="0" i="0" sz="1100" u="none" cap="none" strike="noStrike">
              <a:solidFill>
                <a:srgbClr val="204ECF"/>
              </a:solidFill>
              <a:latin typeface="Mate"/>
              <a:ea typeface="Mate"/>
              <a:cs typeface="Mate"/>
              <a:sym typeface="Mate"/>
            </a:endParaRPr>
          </a:p>
        </p:txBody>
      </p:sp>
      <p:sp>
        <p:nvSpPr>
          <p:cNvPr id="518" name="Google Shape;518;p95"/>
          <p:cNvSpPr/>
          <p:nvPr/>
        </p:nvSpPr>
        <p:spPr>
          <a:xfrm>
            <a:off x="6210300" y="1714500"/>
            <a:ext cx="2476500" cy="4191000"/>
          </a:xfrm>
          <a:prstGeom prst="roundRect">
            <a:avLst>
              <a:gd fmla="val 615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95"/>
          <p:cNvSpPr txBox="1"/>
          <p:nvPr/>
        </p:nvSpPr>
        <p:spPr>
          <a:xfrm>
            <a:off x="6438900" y="1943100"/>
            <a:ext cx="2019300" cy="373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chemeClr val="accent1"/>
                </a:solidFill>
                <a:latin typeface="Material Icons"/>
                <a:ea typeface="Material Icons"/>
                <a:cs typeface="Material Icons"/>
                <a:sym typeface="Material Icons"/>
              </a:rPr>
              <a:t>bolt</a:t>
            </a:r>
            <a:endParaRPr b="0" i="0" sz="2400" u="none" cap="none" strike="noStrike">
              <a:solidFill>
                <a:srgbClr val="204ECF"/>
              </a:solidFill>
              <a:latin typeface="Mate"/>
              <a:ea typeface="Mate"/>
              <a:cs typeface="Mate"/>
              <a:sym typeface="Mate"/>
            </a:endParaRPr>
          </a:p>
          <a:p>
            <a:pPr indent="0" lvl="0" marL="0" marR="0" rtl="0" algn="l">
              <a:lnSpc>
                <a:spcPct val="100000"/>
              </a:lnSpc>
              <a:spcBef>
                <a:spcPts val="9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3. Act</a:t>
            </a:r>
            <a:endParaRPr b="0" i="0" sz="1600" u="none" cap="none" strike="noStrike">
              <a:solidFill>
                <a:srgbClr val="204ECF"/>
              </a:solidFill>
              <a:latin typeface="Mate"/>
              <a:ea typeface="Mate"/>
              <a:cs typeface="Mate"/>
              <a:sym typeface="Mate"/>
            </a:endParaRPr>
          </a:p>
          <a:p>
            <a:pPr indent="0" lvl="0" marL="0" marR="0" rtl="0" algn="l">
              <a:lnSpc>
                <a:spcPct val="100000"/>
              </a:lnSpc>
              <a:spcBef>
                <a:spcPts val="225"/>
              </a:spcBef>
              <a:spcAft>
                <a:spcPts val="0"/>
              </a:spcAft>
              <a:buClr>
                <a:srgbClr val="000000"/>
              </a:buClr>
              <a:buSzPts val="1100"/>
              <a:buFont typeface="Arial"/>
              <a:buNone/>
            </a:pPr>
            <a:r>
              <a:rPr b="0" i="0" lang="en-US" sz="1100" u="none" cap="none" strike="noStrike">
                <a:solidFill>
                  <a:srgbClr val="204ECF"/>
                </a:solidFill>
                <a:latin typeface="Proxima Nova Semibold"/>
                <a:ea typeface="Proxima Nova Semibold"/>
                <a:cs typeface="Proxima Nova Semibold"/>
                <a:sym typeface="Proxima Nova Semibold"/>
              </a:rPr>
              <a:t>Closed-Loop Events</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120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Stateful ticket lifecycles.</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Playbooks with owner-assigned actions.</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Human-gated executive escalations.</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0"/>
              </a:spcBef>
              <a:spcAft>
                <a:spcPts val="0"/>
              </a:spcAft>
              <a:buClr>
                <a:srgbClr val="000000"/>
              </a:buClr>
              <a:buSzPts val="1100"/>
              <a:buFont typeface="Calibri"/>
              <a:buChar char="●"/>
            </a:pPr>
            <a:r>
              <a:rPr b="0" i="0" lang="en-US" sz="1100" u="none" cap="none" strike="noStrike">
                <a:solidFill>
                  <a:srgbClr val="204ECF"/>
                </a:solidFill>
                <a:latin typeface="Calibri"/>
                <a:ea typeface="Calibri"/>
                <a:cs typeface="Calibri"/>
                <a:sym typeface="Calibri"/>
              </a:rPr>
              <a:t>F</a:t>
            </a:r>
            <a:r>
              <a:rPr b="0" i="0" lang="en-US" sz="1100" u="none" cap="none" strike="noStrike">
                <a:solidFill>
                  <a:srgbClr val="475569"/>
                </a:solidFill>
                <a:latin typeface="Calibri"/>
                <a:ea typeface="Calibri"/>
                <a:cs typeface="Calibri"/>
                <a:sym typeface="Calibri"/>
              </a:rPr>
              <a:t>ull auditable records.</a:t>
            </a:r>
            <a:endParaRPr b="0" i="0" sz="1100" u="none" cap="none" strike="noStrike">
              <a:solidFill>
                <a:srgbClr val="204ECF"/>
              </a:solidFill>
              <a:latin typeface="Mate"/>
              <a:ea typeface="Mate"/>
              <a:cs typeface="Mate"/>
              <a:sym typeface="Mate"/>
            </a:endParaRPr>
          </a:p>
        </p:txBody>
      </p:sp>
      <p:sp>
        <p:nvSpPr>
          <p:cNvPr id="520" name="Google Shape;520;p95"/>
          <p:cNvSpPr/>
          <p:nvPr/>
        </p:nvSpPr>
        <p:spPr>
          <a:xfrm>
            <a:off x="8934450" y="1714500"/>
            <a:ext cx="2476500" cy="4191000"/>
          </a:xfrm>
          <a:prstGeom prst="roundRect">
            <a:avLst>
              <a:gd fmla="val 615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95"/>
          <p:cNvSpPr txBox="1"/>
          <p:nvPr/>
        </p:nvSpPr>
        <p:spPr>
          <a:xfrm>
            <a:off x="9163050" y="1943100"/>
            <a:ext cx="2019300" cy="373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chemeClr val="accent1"/>
                </a:solidFill>
                <a:latin typeface="Material Icons"/>
                <a:ea typeface="Material Icons"/>
                <a:cs typeface="Material Icons"/>
                <a:sym typeface="Material Icons"/>
              </a:rPr>
              <a:t>school</a:t>
            </a:r>
            <a:endParaRPr b="0" i="0" sz="2400" u="none" cap="none" strike="noStrike">
              <a:solidFill>
                <a:srgbClr val="204ECF"/>
              </a:solidFill>
              <a:latin typeface="Mate"/>
              <a:ea typeface="Mate"/>
              <a:cs typeface="Mate"/>
              <a:sym typeface="Mate"/>
            </a:endParaRPr>
          </a:p>
          <a:p>
            <a:pPr indent="0" lvl="0" marL="0" marR="0" rtl="0" algn="l">
              <a:lnSpc>
                <a:spcPct val="100000"/>
              </a:lnSpc>
              <a:spcBef>
                <a:spcPts val="9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4. Learn</a:t>
            </a:r>
            <a:endParaRPr b="0" i="0" sz="1600" u="none" cap="none" strike="noStrike">
              <a:solidFill>
                <a:srgbClr val="204ECF"/>
              </a:solidFill>
              <a:latin typeface="Mate"/>
              <a:ea typeface="Mate"/>
              <a:cs typeface="Mate"/>
              <a:sym typeface="Mate"/>
            </a:endParaRPr>
          </a:p>
          <a:p>
            <a:pPr indent="0" lvl="0" marL="0" marR="0" rtl="0" algn="l">
              <a:lnSpc>
                <a:spcPct val="100000"/>
              </a:lnSpc>
              <a:spcBef>
                <a:spcPts val="225"/>
              </a:spcBef>
              <a:spcAft>
                <a:spcPts val="0"/>
              </a:spcAft>
              <a:buClr>
                <a:srgbClr val="000000"/>
              </a:buClr>
              <a:buSzPts val="1100"/>
              <a:buFont typeface="Arial"/>
              <a:buNone/>
            </a:pPr>
            <a:r>
              <a:rPr b="0" i="0" lang="en-US" sz="1100" u="none" cap="none" strike="noStrike">
                <a:solidFill>
                  <a:srgbClr val="204ECF"/>
                </a:solidFill>
                <a:latin typeface="Proxima Nova Semibold"/>
                <a:ea typeface="Proxima Nova Semibold"/>
                <a:cs typeface="Proxima Nova Semibold"/>
                <a:sym typeface="Proxima Nova Semibold"/>
              </a:rPr>
              <a:t>Institutional Precedent</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1200"/>
              </a:spcBef>
              <a:spcAft>
                <a:spcPts val="0"/>
              </a:spcAft>
              <a:buClr>
                <a:srgbClr val="475569"/>
              </a:buClr>
              <a:buSzPts val="1100"/>
              <a:buFont typeface="Calibri"/>
              <a:buChar char="●"/>
            </a:pPr>
            <a:r>
              <a:rPr b="0" i="0" lang="en-US" sz="1100" u="none" cap="none" strike="noStrike">
                <a:solidFill>
                  <a:srgbClr val="475569"/>
                </a:solidFill>
                <a:latin typeface="Calibri"/>
                <a:ea typeface="Calibri"/>
                <a:cs typeface="Calibri"/>
                <a:sym typeface="Calibri"/>
              </a:rPr>
              <a:t>Tracks turnaround time.</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0"/>
              </a:spcBef>
              <a:spcAft>
                <a:spcPts val="0"/>
              </a:spcAft>
              <a:buClr>
                <a:srgbClr val="475569"/>
              </a:buClr>
              <a:buSzPts val="1100"/>
              <a:buFont typeface="Calibri"/>
              <a:buChar char="●"/>
            </a:pPr>
            <a:r>
              <a:rPr b="0" i="0" lang="en-US" sz="1100" u="none" cap="none" strike="noStrike">
                <a:solidFill>
                  <a:srgbClr val="475569"/>
                </a:solidFill>
                <a:latin typeface="Calibri"/>
                <a:ea typeface="Calibri"/>
                <a:cs typeface="Calibri"/>
                <a:sym typeface="Calibri"/>
              </a:rPr>
              <a:t>Catalogs recovery actions.</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0"/>
              </a:spcBef>
              <a:spcAft>
                <a:spcPts val="0"/>
              </a:spcAft>
              <a:buClr>
                <a:srgbClr val="475569"/>
              </a:buClr>
              <a:buSzPts val="1100"/>
              <a:buFont typeface="Calibri"/>
              <a:buChar char="●"/>
            </a:pPr>
            <a:r>
              <a:rPr b="0" i="0" lang="en-US" sz="1100" u="none" cap="none" strike="noStrike">
                <a:solidFill>
                  <a:srgbClr val="475569"/>
                </a:solidFill>
                <a:latin typeface="Calibri"/>
                <a:ea typeface="Calibri"/>
                <a:cs typeface="Calibri"/>
                <a:sym typeface="Calibri"/>
              </a:rPr>
              <a:t>Identifies delivery hot spots.</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Informs future threshold &amp; SOW calibration.</a:t>
            </a:r>
            <a:endParaRPr b="0" i="0" sz="1100" u="none" cap="none" strike="noStrike">
              <a:solidFill>
                <a:srgbClr val="204ECF"/>
              </a:solidFill>
              <a:latin typeface="Mate"/>
              <a:ea typeface="Mate"/>
              <a:cs typeface="Mate"/>
              <a:sym typeface="Mate"/>
            </a:endParaRPr>
          </a:p>
        </p:txBody>
      </p:sp>
      <p:sp>
        <p:nvSpPr>
          <p:cNvPr id="522" name="Google Shape;522;p95"/>
          <p:cNvSpPr txBox="1"/>
          <p:nvPr>
            <p:ph type="title"/>
          </p:nvPr>
        </p:nvSpPr>
        <p:spPr>
          <a:xfrm>
            <a:off x="762000" y="381000"/>
            <a:ext cx="10668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700"/>
              <a:buNone/>
            </a:pPr>
            <a:r>
              <a:rPr b="1" lang="en-US" sz="2800">
                <a:solidFill>
                  <a:srgbClr val="0F172A"/>
                </a:solidFill>
                <a:latin typeface="Proxima Nova"/>
                <a:ea typeface="Proxima Nova"/>
                <a:cs typeface="Proxima Nova"/>
                <a:sym typeface="Proxima Nova"/>
              </a:rPr>
              <a:t>Target Operating Capabilities: Detect • Decide • Act • Learn</a:t>
            </a:r>
            <a:endParaRPr b="1" sz="2800">
              <a:solidFill>
                <a:srgbClr val="0F172A"/>
              </a:solidFill>
              <a:latin typeface="Proxima Nova"/>
              <a:ea typeface="Proxima Nova"/>
              <a:cs typeface="Proxima Nova"/>
              <a:sym typeface="Proxima Nova"/>
            </a:endParaRPr>
          </a:p>
        </p:txBody>
      </p:sp>
      <p:sp>
        <p:nvSpPr>
          <p:cNvPr id="523" name="Google Shape;523;p95"/>
          <p:cNvSpPr txBox="1"/>
          <p:nvPr>
            <p:ph idx="1" type="subTitle"/>
          </p:nvPr>
        </p:nvSpPr>
        <p:spPr>
          <a:xfrm>
            <a:off x="762000" y="904875"/>
            <a:ext cx="10668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600"/>
              <a:buNone/>
            </a:pPr>
            <a:r>
              <a:rPr b="1" lang="en-US" sz="1100">
                <a:solidFill>
                  <a:srgbClr val="64748B"/>
                </a:solidFill>
                <a:latin typeface="Proxima Nova"/>
                <a:ea typeface="Proxima Nova"/>
                <a:cs typeface="Proxima Nova"/>
                <a:sym typeface="Proxima Nova"/>
              </a:rPr>
              <a:t>DELIVERY GOVERNANCE OPERATING LAYER</a:t>
            </a:r>
            <a:endParaRPr b="1" sz="1100">
              <a:solidFill>
                <a:srgbClr val="64748B"/>
              </a:solidFill>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96"/>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roxima Nova"/>
                <a:ea typeface="Proxima Nova"/>
                <a:cs typeface="Proxima Nova"/>
                <a:sym typeface="Proxima Nova"/>
              </a:rPr>
              <a:t> </a:t>
            </a:r>
            <a:r>
              <a:rPr b="0" i="0" lang="en-US" sz="800" u="none" cap="none" strike="noStrike">
                <a:solidFill>
                  <a:schemeClr val="dk1"/>
                </a:solidFill>
                <a:latin typeface="Proxima Nova"/>
                <a:ea typeface="Proxima Nova"/>
                <a:cs typeface="Proxima Nova"/>
                <a:sym typeface="Proxima Nova"/>
              </a:rPr>
              <a:t>Confidential </a:t>
            </a:r>
            <a:r>
              <a:rPr b="0" i="0" lang="en-US" sz="1100" u="none" cap="none" strike="noStrike">
                <a:solidFill>
                  <a:schemeClr val="dk1"/>
                </a:solidFill>
                <a:latin typeface="Proxima Nova"/>
                <a:ea typeface="Proxima Nova"/>
                <a:cs typeface="Proxima Nova"/>
                <a:sym typeface="Proxima Nova"/>
              </a:rPr>
              <a:t> | </a:t>
            </a:r>
            <a:fld id="{00000000-1234-1234-1234-123412341234}" type="slidenum">
              <a:rPr b="0" i="0" lang="en-US" sz="1100" u="none" cap="none" strike="noStrike">
                <a:solidFill>
                  <a:schemeClr val="dk1"/>
                </a:solidFill>
                <a:latin typeface="Proxima Nova"/>
                <a:ea typeface="Proxima Nova"/>
                <a:cs typeface="Proxima Nova"/>
                <a:sym typeface="Proxima Nova"/>
              </a:rPr>
              <a:t>‹#›</a:t>
            </a:fld>
            <a:endParaRPr b="0" i="0" sz="1100" u="none" cap="none" strike="noStrike">
              <a:solidFill>
                <a:schemeClr val="dk1"/>
              </a:solidFill>
              <a:latin typeface="Proxima Nova"/>
              <a:ea typeface="Proxima Nova"/>
              <a:cs typeface="Proxima Nova"/>
              <a:sym typeface="Proxima Nova"/>
            </a:endParaRPr>
          </a:p>
        </p:txBody>
      </p:sp>
      <p:pic>
        <p:nvPicPr>
          <p:cNvPr id="530" name="Google Shape;530;p96"/>
          <p:cNvPicPr preferRelativeResize="0"/>
          <p:nvPr/>
        </p:nvPicPr>
        <p:blipFill rotWithShape="1">
          <a:blip r:embed="rId3">
            <a:alphaModFix/>
          </a:blip>
          <a:srcRect b="0" l="229" r="229" t="0"/>
          <a:stretch/>
        </p:blipFill>
        <p:spPr>
          <a:xfrm>
            <a:off x="264160" y="6350765"/>
            <a:ext cx="165162" cy="232879"/>
          </a:xfrm>
          <a:prstGeom prst="rect">
            <a:avLst/>
          </a:prstGeom>
          <a:noFill/>
          <a:ln>
            <a:noFill/>
          </a:ln>
        </p:spPr>
      </p:pic>
      <p:sp>
        <p:nvSpPr>
          <p:cNvPr id="531" name="Google Shape;531;p96"/>
          <p:cNvSpPr txBox="1"/>
          <p:nvPr/>
        </p:nvSpPr>
        <p:spPr>
          <a:xfrm>
            <a:off x="762000" y="381000"/>
            <a:ext cx="10668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F172A"/>
                </a:solidFill>
                <a:latin typeface="Proxima Nova"/>
                <a:ea typeface="Proxima Nova"/>
                <a:cs typeface="Proxima Nova"/>
                <a:sym typeface="Proxima Nova"/>
              </a:rPr>
              <a:t>Standardized Ingestion to Governed Action Pipeline</a:t>
            </a:r>
            <a:endParaRPr b="1" i="0" sz="2800" u="none" cap="none" strike="noStrike">
              <a:solidFill>
                <a:srgbClr val="0F172A"/>
              </a:solidFill>
              <a:latin typeface="Proxima Nova"/>
              <a:ea typeface="Proxima Nova"/>
              <a:cs typeface="Proxima Nova"/>
              <a:sym typeface="Proxima Nova"/>
            </a:endParaRPr>
          </a:p>
        </p:txBody>
      </p:sp>
      <p:sp>
        <p:nvSpPr>
          <p:cNvPr id="532" name="Google Shape;532;p96"/>
          <p:cNvSpPr txBox="1"/>
          <p:nvPr/>
        </p:nvSpPr>
        <p:spPr>
          <a:xfrm>
            <a:off x="762000" y="904875"/>
            <a:ext cx="10668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64748B"/>
                </a:solidFill>
                <a:latin typeface="Proxima Nova"/>
                <a:ea typeface="Proxima Nova"/>
                <a:cs typeface="Proxima Nova"/>
                <a:sym typeface="Proxima Nova"/>
              </a:rPr>
              <a:t>DELIVERY GOVERNANCE OPERATING LAYER</a:t>
            </a:r>
            <a:endParaRPr b="1" i="0" sz="1100" u="none" cap="none" strike="noStrike">
              <a:solidFill>
                <a:srgbClr val="64748B"/>
              </a:solidFill>
              <a:latin typeface="Proxima Nova"/>
              <a:ea typeface="Proxima Nova"/>
              <a:cs typeface="Proxima Nova"/>
              <a:sym typeface="Proxima Nova"/>
            </a:endParaRPr>
          </a:p>
        </p:txBody>
      </p:sp>
      <p:sp>
        <p:nvSpPr>
          <p:cNvPr id="533" name="Google Shape;533;p96"/>
          <p:cNvSpPr/>
          <p:nvPr/>
        </p:nvSpPr>
        <p:spPr>
          <a:xfrm>
            <a:off x="762000" y="1714500"/>
            <a:ext cx="2476500" cy="4191000"/>
          </a:xfrm>
          <a:prstGeom prst="roundRect">
            <a:avLst>
              <a:gd fmla="val 615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96"/>
          <p:cNvSpPr txBox="1"/>
          <p:nvPr/>
        </p:nvSpPr>
        <p:spPr>
          <a:xfrm>
            <a:off x="990600" y="1943100"/>
            <a:ext cx="2019300" cy="373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rgbClr val="2563EB"/>
                </a:solidFill>
                <a:latin typeface="Material Icons"/>
                <a:ea typeface="Material Icons"/>
                <a:cs typeface="Material Icons"/>
                <a:sym typeface="Material Icons"/>
              </a:rPr>
              <a:t>assignment</a:t>
            </a:r>
            <a:endParaRPr b="0" i="0" sz="2400" u="none" cap="none" strike="noStrike">
              <a:solidFill>
                <a:srgbClr val="2563EB"/>
              </a:solidFill>
              <a:latin typeface="Mate"/>
              <a:ea typeface="Mate"/>
              <a:cs typeface="Mate"/>
              <a:sym typeface="Mate"/>
            </a:endParaRPr>
          </a:p>
          <a:p>
            <a:pPr indent="0" lvl="0" marL="0" marR="0" rtl="0" algn="l">
              <a:lnSpc>
                <a:spcPct val="100000"/>
              </a:lnSpc>
              <a:spcBef>
                <a:spcPts val="9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1. SOW Ingestion</a:t>
            </a:r>
            <a:endParaRPr b="1" i="0" sz="1600" u="none" cap="none" strike="noStrike">
              <a:solidFill>
                <a:srgbClr val="0F172A"/>
              </a:solidFill>
              <a:latin typeface="Proxima Nova"/>
              <a:ea typeface="Proxima Nova"/>
              <a:cs typeface="Proxima Nova"/>
              <a:sym typeface="Proxima Nova"/>
            </a:endParaRPr>
          </a:p>
          <a:p>
            <a:pPr indent="0" lvl="0" marL="0" marR="0" rtl="0" algn="l">
              <a:lnSpc>
                <a:spcPct val="100000"/>
              </a:lnSpc>
              <a:spcBef>
                <a:spcPts val="225"/>
              </a:spcBef>
              <a:spcAft>
                <a:spcPts val="0"/>
              </a:spcAft>
              <a:buClr>
                <a:srgbClr val="000000"/>
              </a:buClr>
              <a:buSzPts val="1100"/>
              <a:buFont typeface="Arial"/>
              <a:buNone/>
            </a:pPr>
            <a:r>
              <a:rPr b="0" i="0" lang="en-US" sz="1100" u="none" cap="none" strike="noStrike">
                <a:solidFill>
                  <a:srgbClr val="2563EB"/>
                </a:solidFill>
                <a:latin typeface="Proxima Nova Semibold"/>
                <a:ea typeface="Proxima Nova Semibold"/>
                <a:cs typeface="Proxima Nova Semibold"/>
                <a:sym typeface="Proxima Nova Semibold"/>
              </a:rPr>
              <a:t>Contract Metadata</a:t>
            </a:r>
            <a:endParaRPr b="0" i="0" sz="1100" u="none" cap="none" strike="noStrike">
              <a:solidFill>
                <a:srgbClr val="2563EB"/>
              </a:solidFill>
              <a:latin typeface="Proxima Nova Semibold"/>
              <a:ea typeface="Proxima Nova Semibold"/>
              <a:cs typeface="Proxima Nova Semibold"/>
              <a:sym typeface="Proxima Nova Semibold"/>
            </a:endParaRPr>
          </a:p>
          <a:p>
            <a:pPr indent="-298450" lvl="0" marL="457200" marR="0" rtl="0" algn="l">
              <a:lnSpc>
                <a:spcPct val="100000"/>
              </a:lnSpc>
              <a:spcBef>
                <a:spcPts val="120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Baseline workbook captures contract metadata.</a:t>
            </a:r>
            <a:endParaRPr b="0" i="0" sz="1100" u="none" cap="none" strike="noStrike">
              <a:solidFill>
                <a:srgbClr val="2563EB"/>
              </a:solidFill>
              <a:latin typeface="Calibri"/>
              <a:ea typeface="Calibri"/>
              <a:cs typeface="Calibri"/>
              <a:sym typeface="Calibri"/>
            </a:endParaRPr>
          </a:p>
          <a:p>
            <a:pPr indent="-298450" lvl="0" marL="457200" marR="0" rtl="0" algn="l">
              <a:lnSpc>
                <a:spcPct val="100000"/>
              </a:lnSpc>
              <a:spcBef>
                <a:spcPts val="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Captures milestones &amp; margin targets.</a:t>
            </a:r>
            <a:endParaRPr b="0" i="0" sz="1100" u="none" cap="none" strike="noStrike">
              <a:solidFill>
                <a:srgbClr val="2563EB"/>
              </a:solidFill>
              <a:latin typeface="Calibri"/>
              <a:ea typeface="Calibri"/>
              <a:cs typeface="Calibri"/>
              <a:sym typeface="Calibri"/>
            </a:endParaRPr>
          </a:p>
          <a:p>
            <a:pPr indent="-298450" lvl="0" marL="457200" marR="0" rtl="0" algn="l">
              <a:lnSpc>
                <a:spcPct val="100000"/>
              </a:lnSpc>
              <a:spcBef>
                <a:spcPts val="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Establishes baseline in SQLite (upserted).</a:t>
            </a:r>
            <a:endParaRPr b="0" i="0" sz="1100" u="none" cap="none" strike="noStrike">
              <a:solidFill>
                <a:srgbClr val="2563EB"/>
              </a:solidFill>
              <a:latin typeface="Calibri"/>
              <a:ea typeface="Calibri"/>
              <a:cs typeface="Calibri"/>
              <a:sym typeface="Calibri"/>
            </a:endParaRPr>
          </a:p>
        </p:txBody>
      </p:sp>
      <p:sp>
        <p:nvSpPr>
          <p:cNvPr id="535" name="Google Shape;535;p96"/>
          <p:cNvSpPr/>
          <p:nvPr/>
        </p:nvSpPr>
        <p:spPr>
          <a:xfrm>
            <a:off x="3486150" y="1714500"/>
            <a:ext cx="2476500" cy="4191000"/>
          </a:xfrm>
          <a:prstGeom prst="roundRect">
            <a:avLst>
              <a:gd fmla="val 615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96"/>
          <p:cNvSpPr txBox="1"/>
          <p:nvPr/>
        </p:nvSpPr>
        <p:spPr>
          <a:xfrm>
            <a:off x="3714750" y="1943100"/>
            <a:ext cx="2019300" cy="373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rgbClr val="2563EB"/>
                </a:solidFill>
                <a:latin typeface="Material Icons"/>
                <a:ea typeface="Material Icons"/>
                <a:cs typeface="Material Icons"/>
                <a:sym typeface="Material Icons"/>
              </a:rPr>
              <a:t>timeline</a:t>
            </a:r>
            <a:endParaRPr b="0" i="0" sz="2400" u="none" cap="none" strike="noStrike">
              <a:solidFill>
                <a:srgbClr val="2563EB"/>
              </a:solidFill>
              <a:latin typeface="Mate"/>
              <a:ea typeface="Mate"/>
              <a:cs typeface="Mate"/>
              <a:sym typeface="Mate"/>
            </a:endParaRPr>
          </a:p>
          <a:p>
            <a:pPr indent="0" lvl="0" marL="0" marR="0" rtl="0" algn="l">
              <a:lnSpc>
                <a:spcPct val="100000"/>
              </a:lnSpc>
              <a:spcBef>
                <a:spcPts val="9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2. Telemetry</a:t>
            </a:r>
            <a:endParaRPr b="0" i="0" sz="1600" u="none" cap="none" strike="noStrike">
              <a:solidFill>
                <a:srgbClr val="2563EB"/>
              </a:solidFill>
              <a:latin typeface="Mate"/>
              <a:ea typeface="Mate"/>
              <a:cs typeface="Mate"/>
              <a:sym typeface="Mate"/>
            </a:endParaRPr>
          </a:p>
          <a:p>
            <a:pPr indent="0" lvl="0" marL="0" marR="0" rtl="0" algn="l">
              <a:lnSpc>
                <a:spcPct val="100000"/>
              </a:lnSpc>
              <a:spcBef>
                <a:spcPts val="225"/>
              </a:spcBef>
              <a:spcAft>
                <a:spcPts val="0"/>
              </a:spcAft>
              <a:buClr>
                <a:srgbClr val="000000"/>
              </a:buClr>
              <a:buSzPts val="1100"/>
              <a:buFont typeface="Arial"/>
              <a:buNone/>
            </a:pPr>
            <a:r>
              <a:rPr b="0" i="0" lang="en-US" sz="1100" u="none" cap="none" strike="noStrike">
                <a:solidFill>
                  <a:srgbClr val="2563EB"/>
                </a:solidFill>
                <a:latin typeface="Proxima Nova Semibold"/>
                <a:ea typeface="Proxima Nova Semibold"/>
                <a:cs typeface="Proxima Nova Semibold"/>
                <a:sym typeface="Proxima Nova Semibold"/>
              </a:rPr>
              <a:t>Normalized Flow</a:t>
            </a:r>
            <a:endParaRPr b="0" i="0" sz="1100" u="none" cap="none" strike="noStrike">
              <a:solidFill>
                <a:srgbClr val="2563EB"/>
              </a:solidFill>
              <a:latin typeface="Mate"/>
              <a:ea typeface="Mate"/>
              <a:cs typeface="Mate"/>
              <a:sym typeface="Mate"/>
            </a:endParaRPr>
          </a:p>
          <a:p>
            <a:pPr indent="-298450" lvl="0" marL="457200" marR="0" rtl="0" algn="l">
              <a:lnSpc>
                <a:spcPct val="100000"/>
              </a:lnSpc>
              <a:spcBef>
                <a:spcPts val="120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Weekly schedule, margin &amp; staffing telemetry.</a:t>
            </a:r>
            <a:endParaRPr b="0" i="0" sz="1100" u="none" cap="none" strike="noStrike">
              <a:solidFill>
                <a:srgbClr val="2563EB"/>
              </a:solidFill>
              <a:latin typeface="Mate"/>
              <a:ea typeface="Mate"/>
              <a:cs typeface="Mate"/>
              <a:sym typeface="Mate"/>
            </a:endParaRPr>
          </a:p>
          <a:p>
            <a:pPr indent="-298450" lvl="0" marL="457200" marR="0" rtl="0" algn="l">
              <a:lnSpc>
                <a:spcPct val="100000"/>
              </a:lnSpc>
              <a:spcBef>
                <a:spcPts val="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Milestone status updates.</a:t>
            </a:r>
            <a:endParaRPr b="0" i="0" sz="1100" u="none" cap="none" strike="noStrike">
              <a:solidFill>
                <a:srgbClr val="2563EB"/>
              </a:solidFill>
              <a:latin typeface="Mate"/>
              <a:ea typeface="Mate"/>
              <a:cs typeface="Mate"/>
              <a:sym typeface="Mate"/>
            </a:endParaRPr>
          </a:p>
          <a:p>
            <a:pPr indent="-298450" lvl="0" marL="457200" marR="0" rtl="0" algn="l">
              <a:lnSpc>
                <a:spcPct val="100000"/>
              </a:lnSpc>
              <a:spcBef>
                <a:spcPts val="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Schedule slip tracked.</a:t>
            </a:r>
            <a:endParaRPr b="0" i="0" sz="1100" u="none" cap="none" strike="noStrike">
              <a:solidFill>
                <a:srgbClr val="2563EB"/>
              </a:solidFill>
              <a:latin typeface="Mate"/>
              <a:ea typeface="Mate"/>
              <a:cs typeface="Mate"/>
              <a:sym typeface="Mate"/>
            </a:endParaRPr>
          </a:p>
        </p:txBody>
      </p:sp>
      <p:sp>
        <p:nvSpPr>
          <p:cNvPr id="537" name="Google Shape;537;p96"/>
          <p:cNvSpPr/>
          <p:nvPr/>
        </p:nvSpPr>
        <p:spPr>
          <a:xfrm>
            <a:off x="6210300" y="1714500"/>
            <a:ext cx="2476500" cy="4191000"/>
          </a:xfrm>
          <a:prstGeom prst="roundRect">
            <a:avLst>
              <a:gd fmla="val 615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96"/>
          <p:cNvSpPr txBox="1"/>
          <p:nvPr/>
        </p:nvSpPr>
        <p:spPr>
          <a:xfrm>
            <a:off x="6438900" y="1943100"/>
            <a:ext cx="2019300" cy="373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rgbClr val="2563EB"/>
                </a:solidFill>
                <a:latin typeface="Material Icons"/>
                <a:ea typeface="Material Icons"/>
                <a:cs typeface="Material Icons"/>
                <a:sym typeface="Material Icons"/>
              </a:rPr>
              <a:t>admin_panel_settings</a:t>
            </a:r>
            <a:endParaRPr b="0" i="0" sz="2400" u="none" cap="none" strike="noStrike">
              <a:solidFill>
                <a:srgbClr val="2563EB"/>
              </a:solidFill>
              <a:latin typeface="Mate"/>
              <a:ea typeface="Mate"/>
              <a:cs typeface="Mate"/>
              <a:sym typeface="Mate"/>
            </a:endParaRPr>
          </a:p>
          <a:p>
            <a:pPr indent="0" lvl="0" marL="0" marR="0" rtl="0" algn="l">
              <a:lnSpc>
                <a:spcPct val="100000"/>
              </a:lnSpc>
              <a:spcBef>
                <a:spcPts val="9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3. Profiles</a:t>
            </a:r>
            <a:endParaRPr b="0" i="0" sz="1600" u="none" cap="none" strike="noStrike">
              <a:solidFill>
                <a:srgbClr val="2563EB"/>
              </a:solidFill>
              <a:latin typeface="Mate"/>
              <a:ea typeface="Mate"/>
              <a:cs typeface="Mate"/>
              <a:sym typeface="Mate"/>
            </a:endParaRPr>
          </a:p>
          <a:p>
            <a:pPr indent="0" lvl="0" marL="0" marR="0" rtl="0" algn="l">
              <a:lnSpc>
                <a:spcPct val="100000"/>
              </a:lnSpc>
              <a:spcBef>
                <a:spcPts val="225"/>
              </a:spcBef>
              <a:spcAft>
                <a:spcPts val="0"/>
              </a:spcAft>
              <a:buClr>
                <a:srgbClr val="000000"/>
              </a:buClr>
              <a:buSzPts val="1100"/>
              <a:buFont typeface="Arial"/>
              <a:buNone/>
            </a:pPr>
            <a:r>
              <a:rPr b="0" i="0" lang="en-US" sz="1100" u="none" cap="none" strike="noStrike">
                <a:solidFill>
                  <a:srgbClr val="2563EB"/>
                </a:solidFill>
                <a:latin typeface="Proxima Nova Semibold"/>
                <a:ea typeface="Proxima Nova Semibold"/>
                <a:cs typeface="Proxima Nova Semibold"/>
                <a:sym typeface="Proxima Nova Semibold"/>
              </a:rPr>
              <a:t>Contract Context</a:t>
            </a:r>
            <a:endParaRPr b="0" i="0" sz="1100" u="none" cap="none" strike="noStrike">
              <a:solidFill>
                <a:srgbClr val="2563EB"/>
              </a:solidFill>
              <a:latin typeface="Mate"/>
              <a:ea typeface="Mate"/>
              <a:cs typeface="Mate"/>
              <a:sym typeface="Mate"/>
            </a:endParaRPr>
          </a:p>
          <a:p>
            <a:pPr indent="-298450" lvl="0" marL="457200" marR="0" rtl="0" algn="l">
              <a:lnSpc>
                <a:spcPct val="100000"/>
              </a:lnSpc>
              <a:spcBef>
                <a:spcPts val="120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Applies FP vs T&amp;M rules.</a:t>
            </a:r>
            <a:endParaRPr b="0" i="0" sz="1100" u="none" cap="none" strike="noStrike">
              <a:solidFill>
                <a:srgbClr val="2563EB"/>
              </a:solidFill>
              <a:latin typeface="Mate"/>
              <a:ea typeface="Mate"/>
              <a:cs typeface="Mate"/>
              <a:sym typeface="Mate"/>
            </a:endParaRPr>
          </a:p>
          <a:p>
            <a:pPr indent="-298450" lvl="0" marL="457200" marR="0" rtl="0" algn="l">
              <a:lnSpc>
                <a:spcPct val="100000"/>
              </a:lnSpc>
              <a:spcBef>
                <a:spcPts val="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Evaluates tolerance bands.</a:t>
            </a:r>
            <a:endParaRPr b="0" i="0" sz="1100" u="none" cap="none" strike="noStrike">
              <a:solidFill>
                <a:srgbClr val="2563EB"/>
              </a:solidFill>
              <a:latin typeface="Mate"/>
              <a:ea typeface="Mate"/>
              <a:cs typeface="Mate"/>
              <a:sym typeface="Mate"/>
            </a:endParaRPr>
          </a:p>
          <a:p>
            <a:pPr indent="-298450" lvl="0" marL="457200" marR="0" rtl="0" algn="l">
              <a:lnSpc>
                <a:spcPct val="100000"/>
              </a:lnSpc>
              <a:spcBef>
                <a:spcPts val="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Calculates risk severity.</a:t>
            </a:r>
            <a:endParaRPr b="0" i="0" sz="1100" u="none" cap="none" strike="noStrike">
              <a:solidFill>
                <a:srgbClr val="2563EB"/>
              </a:solidFill>
              <a:latin typeface="Mate"/>
              <a:ea typeface="Mate"/>
              <a:cs typeface="Mate"/>
              <a:sym typeface="Mate"/>
            </a:endParaRPr>
          </a:p>
        </p:txBody>
      </p:sp>
      <p:sp>
        <p:nvSpPr>
          <p:cNvPr id="539" name="Google Shape;539;p96"/>
          <p:cNvSpPr/>
          <p:nvPr/>
        </p:nvSpPr>
        <p:spPr>
          <a:xfrm>
            <a:off x="8934450" y="1714500"/>
            <a:ext cx="2476500" cy="4191000"/>
          </a:xfrm>
          <a:prstGeom prst="roundRect">
            <a:avLst>
              <a:gd fmla="val 615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96"/>
          <p:cNvSpPr txBox="1"/>
          <p:nvPr/>
        </p:nvSpPr>
        <p:spPr>
          <a:xfrm>
            <a:off x="9163050" y="1943100"/>
            <a:ext cx="2019300" cy="373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rgbClr val="2563EB"/>
                </a:solidFill>
                <a:latin typeface="Material Icons"/>
                <a:ea typeface="Material Icons"/>
                <a:cs typeface="Material Icons"/>
                <a:sym typeface="Material Icons"/>
              </a:rPr>
              <a:t>verified</a:t>
            </a:r>
            <a:endParaRPr b="0" i="0" sz="2400" u="none" cap="none" strike="noStrike">
              <a:solidFill>
                <a:srgbClr val="2563EB"/>
              </a:solidFill>
              <a:latin typeface="Mate"/>
              <a:ea typeface="Mate"/>
              <a:cs typeface="Mate"/>
              <a:sym typeface="Mate"/>
            </a:endParaRPr>
          </a:p>
          <a:p>
            <a:pPr indent="0" lvl="0" marL="0" marR="0" rtl="0" algn="l">
              <a:lnSpc>
                <a:spcPct val="100000"/>
              </a:lnSpc>
              <a:spcBef>
                <a:spcPts val="9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4. Governed Action</a:t>
            </a:r>
            <a:endParaRPr b="0" i="0" sz="1600" u="none" cap="none" strike="noStrike">
              <a:solidFill>
                <a:srgbClr val="2563EB"/>
              </a:solidFill>
              <a:latin typeface="Mate"/>
              <a:ea typeface="Mate"/>
              <a:cs typeface="Mate"/>
              <a:sym typeface="Mate"/>
            </a:endParaRPr>
          </a:p>
          <a:p>
            <a:pPr indent="0" lvl="0" marL="0" marR="0" rtl="0" algn="l">
              <a:lnSpc>
                <a:spcPct val="100000"/>
              </a:lnSpc>
              <a:spcBef>
                <a:spcPts val="225"/>
              </a:spcBef>
              <a:spcAft>
                <a:spcPts val="0"/>
              </a:spcAft>
              <a:buClr>
                <a:srgbClr val="000000"/>
              </a:buClr>
              <a:buSzPts val="1100"/>
              <a:buFont typeface="Arial"/>
              <a:buNone/>
            </a:pPr>
            <a:r>
              <a:rPr b="0" i="0" lang="en-US" sz="1100" u="none" cap="none" strike="noStrike">
                <a:solidFill>
                  <a:srgbClr val="2563EB"/>
                </a:solidFill>
                <a:latin typeface="Proxima Nova Semibold"/>
                <a:ea typeface="Proxima Nova Semibold"/>
                <a:cs typeface="Proxima Nova Semibold"/>
                <a:sym typeface="Proxima Nova Semibold"/>
              </a:rPr>
              <a:t>Closed-Loop Actions</a:t>
            </a:r>
            <a:endParaRPr b="0" i="0" sz="1100" u="none" cap="none" strike="noStrike">
              <a:solidFill>
                <a:srgbClr val="2563EB"/>
              </a:solidFill>
              <a:latin typeface="Mate"/>
              <a:ea typeface="Mate"/>
              <a:cs typeface="Mate"/>
              <a:sym typeface="Mate"/>
            </a:endParaRPr>
          </a:p>
          <a:p>
            <a:pPr indent="-298450" lvl="0" marL="457200" marR="0" rtl="0" algn="l">
              <a:lnSpc>
                <a:spcPct val="100000"/>
              </a:lnSpc>
              <a:spcBef>
                <a:spcPts val="120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Routes recovery playbooks.</a:t>
            </a:r>
            <a:endParaRPr b="0" i="0" sz="1100" u="none" cap="none" strike="noStrike">
              <a:solidFill>
                <a:srgbClr val="2563EB"/>
              </a:solidFill>
              <a:latin typeface="Mate"/>
              <a:ea typeface="Mate"/>
              <a:cs typeface="Mate"/>
              <a:sym typeface="Mate"/>
            </a:endParaRPr>
          </a:p>
          <a:p>
            <a:pPr indent="-298450" lvl="0" marL="457200" marR="0" rtl="0" algn="l">
              <a:lnSpc>
                <a:spcPct val="100000"/>
              </a:lnSpc>
              <a:spcBef>
                <a:spcPts val="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Human-in-the-Loop review (executive tier).</a:t>
            </a:r>
            <a:endParaRPr b="0" i="0" sz="1100" u="none" cap="none" strike="noStrike">
              <a:solidFill>
                <a:srgbClr val="2563EB"/>
              </a:solidFill>
              <a:latin typeface="Mate"/>
              <a:ea typeface="Mate"/>
              <a:cs typeface="Mate"/>
              <a:sym typeface="Mate"/>
            </a:endParaRPr>
          </a:p>
          <a:p>
            <a:pPr indent="-298450" lvl="0" marL="457200" marR="0" rtl="0" algn="l">
              <a:lnSpc>
                <a:spcPct val="100000"/>
              </a:lnSpc>
              <a:spcBef>
                <a:spcPts val="0"/>
              </a:spcBef>
              <a:spcAft>
                <a:spcPts val="0"/>
              </a:spcAft>
              <a:buClr>
                <a:srgbClr val="000000"/>
              </a:buClr>
              <a:buSzPts val="1100"/>
              <a:buFont typeface="Calibri"/>
              <a:buChar char="●"/>
            </a:pPr>
            <a:r>
              <a:rPr b="0" i="0" lang="en-US" sz="1100" u="none" cap="none" strike="noStrike">
                <a:solidFill>
                  <a:srgbClr val="475569"/>
                </a:solidFill>
                <a:latin typeface="Calibri"/>
                <a:ea typeface="Calibri"/>
                <a:cs typeface="Calibri"/>
                <a:sym typeface="Calibri"/>
              </a:rPr>
              <a:t>Auditable ticket closure.</a:t>
            </a:r>
            <a:endParaRPr b="0" i="0" sz="1100" u="none" cap="none" strike="noStrike">
              <a:solidFill>
                <a:srgbClr val="2563EB"/>
              </a:solidFill>
              <a:latin typeface="Mate"/>
              <a:ea typeface="Mate"/>
              <a:cs typeface="Mate"/>
              <a:sym typeface="Mat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97"/>
          <p:cNvSpPr txBox="1"/>
          <p:nvPr>
            <p:ph type="title"/>
          </p:nvPr>
        </p:nvSpPr>
        <p:spPr>
          <a:xfrm>
            <a:off x="762000" y="381000"/>
            <a:ext cx="10668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700"/>
              <a:buNone/>
            </a:pPr>
            <a:r>
              <a:rPr b="1" lang="en-US" sz="2800">
                <a:solidFill>
                  <a:srgbClr val="0F172A"/>
                </a:solidFill>
                <a:latin typeface="Proxima Nova"/>
                <a:ea typeface="Proxima Nova"/>
                <a:cs typeface="Proxima Nova"/>
                <a:sym typeface="Proxima Nova"/>
              </a:rPr>
              <a:t>Operationalizing the Governance Stack: Signals - Governed Action</a:t>
            </a:r>
            <a:endParaRPr b="1" sz="2800">
              <a:solidFill>
                <a:srgbClr val="0F172A"/>
              </a:solidFill>
              <a:latin typeface="Proxima Nova"/>
              <a:ea typeface="Proxima Nova"/>
              <a:cs typeface="Proxima Nova"/>
              <a:sym typeface="Proxima Nova"/>
            </a:endParaRPr>
          </a:p>
        </p:txBody>
      </p:sp>
      <p:sp>
        <p:nvSpPr>
          <p:cNvPr id="546" name="Google Shape;546;p97"/>
          <p:cNvSpPr txBox="1"/>
          <p:nvPr>
            <p:ph idx="1" type="subTitle"/>
          </p:nvPr>
        </p:nvSpPr>
        <p:spPr>
          <a:xfrm>
            <a:off x="762000" y="904875"/>
            <a:ext cx="10668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600"/>
              <a:buNone/>
            </a:pPr>
            <a:r>
              <a:rPr b="1" lang="en-US" sz="1100">
                <a:solidFill>
                  <a:srgbClr val="64748B"/>
                </a:solidFill>
                <a:latin typeface="Proxima Nova"/>
                <a:ea typeface="Proxima Nova"/>
                <a:cs typeface="Proxima Nova"/>
                <a:sym typeface="Proxima Nova"/>
              </a:rPr>
              <a:t>DELIVERY GOVERNANCE OPERATING LAYER</a:t>
            </a:r>
            <a:endParaRPr b="1" sz="1100">
              <a:solidFill>
                <a:srgbClr val="64748B"/>
              </a:solidFill>
              <a:latin typeface="Proxima Nova"/>
              <a:ea typeface="Proxima Nova"/>
              <a:cs typeface="Proxima Nova"/>
              <a:sym typeface="Proxima Nova"/>
            </a:endParaRPr>
          </a:p>
        </p:txBody>
      </p:sp>
      <p:pic>
        <p:nvPicPr>
          <p:cNvPr id="547" name="Google Shape;547;p97"/>
          <p:cNvPicPr preferRelativeResize="0"/>
          <p:nvPr/>
        </p:nvPicPr>
        <p:blipFill rotWithShape="1">
          <a:blip r:embed="rId3">
            <a:alphaModFix/>
          </a:blip>
          <a:srcRect b="0" l="0" r="0" t="0"/>
          <a:stretch/>
        </p:blipFill>
        <p:spPr>
          <a:xfrm>
            <a:off x="3314200" y="1190775"/>
            <a:ext cx="5207943" cy="536242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8"/>
          <p:cNvSpPr txBox="1"/>
          <p:nvPr>
            <p:ph type="title"/>
          </p:nvPr>
        </p:nvSpPr>
        <p:spPr>
          <a:xfrm>
            <a:off x="762000" y="381000"/>
            <a:ext cx="10668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700"/>
              <a:buNone/>
            </a:pPr>
            <a:r>
              <a:rPr b="1" lang="en-US" sz="2800">
                <a:solidFill>
                  <a:srgbClr val="0F172A"/>
                </a:solidFill>
                <a:latin typeface="Proxima Nova"/>
                <a:ea typeface="Proxima Nova"/>
                <a:cs typeface="Proxima Nova"/>
                <a:sym typeface="Proxima Nova"/>
              </a:rPr>
              <a:t>The Operational Transformation: Before and After</a:t>
            </a:r>
            <a:endParaRPr b="1" sz="2800">
              <a:solidFill>
                <a:srgbClr val="0F172A"/>
              </a:solidFill>
              <a:latin typeface="Proxima Nova"/>
              <a:ea typeface="Proxima Nova"/>
              <a:cs typeface="Proxima Nova"/>
              <a:sym typeface="Proxima Nova"/>
            </a:endParaRPr>
          </a:p>
        </p:txBody>
      </p:sp>
      <p:sp>
        <p:nvSpPr>
          <p:cNvPr id="554" name="Google Shape;554;p98"/>
          <p:cNvSpPr txBox="1"/>
          <p:nvPr>
            <p:ph idx="1" type="subTitle"/>
          </p:nvPr>
        </p:nvSpPr>
        <p:spPr>
          <a:xfrm>
            <a:off x="762000" y="904875"/>
            <a:ext cx="10668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600"/>
              <a:buNone/>
            </a:pPr>
            <a:r>
              <a:rPr b="1" lang="en-US" sz="1100">
                <a:solidFill>
                  <a:srgbClr val="64748B"/>
                </a:solidFill>
                <a:latin typeface="Proxima Nova"/>
                <a:ea typeface="Proxima Nova"/>
                <a:cs typeface="Proxima Nova"/>
                <a:sym typeface="Proxima Nova"/>
              </a:rPr>
              <a:t>DELIVERY GOVERNANCE OPERATING LAYER</a:t>
            </a:r>
            <a:endParaRPr b="1" sz="1100">
              <a:solidFill>
                <a:srgbClr val="64748B"/>
              </a:solidFill>
              <a:latin typeface="Proxima Nova"/>
              <a:ea typeface="Proxima Nova"/>
              <a:cs typeface="Proxima Nova"/>
              <a:sym typeface="Proxima Nova"/>
            </a:endParaRPr>
          </a:p>
        </p:txBody>
      </p:sp>
      <p:graphicFrame>
        <p:nvGraphicFramePr>
          <p:cNvPr id="555" name="Google Shape;555;p98"/>
          <p:cNvGraphicFramePr/>
          <p:nvPr/>
        </p:nvGraphicFramePr>
        <p:xfrm>
          <a:off x="822960" y="1645920"/>
          <a:ext cx="3000000" cy="3000000"/>
        </p:xfrm>
        <a:graphic>
          <a:graphicData uri="http://schemas.openxmlformats.org/drawingml/2006/table">
            <a:tbl>
              <a:tblPr bandRow="1" firstRow="1">
                <a:noFill/>
                <a:tableStyleId>{275EB929-E3D6-468E-9550-9FE25048E0C1}</a:tableStyleId>
              </a:tblPr>
              <a:tblGrid>
                <a:gridCol w="2468875"/>
                <a:gridCol w="4023375"/>
                <a:gridCol w="4053550"/>
              </a:tblGrid>
              <a:tr h="762000">
                <a:tc>
                  <a:txBody>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FFFF"/>
                          </a:solidFill>
                          <a:highlight>
                            <a:srgbClr val="204ECF"/>
                          </a:highlight>
                          <a:latin typeface="Proxima Nova"/>
                          <a:ea typeface="Proxima Nova"/>
                          <a:cs typeface="Proxima Nova"/>
                          <a:sym typeface="Proxima Nova"/>
                        </a:rPr>
                        <a:t>Operational Dimension</a:t>
                      </a:r>
                      <a:endParaRPr b="1" i="0" sz="1200" u="none" cap="none" strike="noStrike">
                        <a:solidFill>
                          <a:srgbClr val="FFFFFF"/>
                        </a:solidFill>
                        <a:highlight>
                          <a:srgbClr val="204ECF"/>
                        </a:highlight>
                        <a:latin typeface="Proxima Nova"/>
                        <a:ea typeface="Proxima Nova"/>
                        <a:cs typeface="Proxima Nova"/>
                        <a:sym typeface="Proxima Nova"/>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38100">
                      <a:solidFill>
                        <a:srgbClr val="E2E8F0"/>
                      </a:solidFill>
                      <a:prstDash val="solid"/>
                      <a:round/>
                      <a:headEnd len="sm" w="sm" type="none"/>
                      <a:tailEnd len="sm" w="sm" type="none"/>
                    </a:lnB>
                    <a:solidFill>
                      <a:srgbClr val="204EC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FFFF"/>
                          </a:solidFill>
                          <a:highlight>
                            <a:srgbClr val="204ECF"/>
                          </a:highlight>
                          <a:latin typeface="Proxima Nova"/>
                          <a:ea typeface="Proxima Nova"/>
                          <a:cs typeface="Proxima Nova"/>
                          <a:sym typeface="Proxima Nova"/>
                        </a:rPr>
                        <a:t>Manual Governance (Current)</a:t>
                      </a:r>
                      <a:endParaRPr b="1" i="0" sz="1200" u="none" cap="none" strike="noStrike">
                        <a:solidFill>
                          <a:srgbClr val="FFFFFF"/>
                        </a:solidFill>
                        <a:highlight>
                          <a:srgbClr val="204ECF"/>
                        </a:highlight>
                        <a:latin typeface="Proxima Nova"/>
                        <a:ea typeface="Proxima Nova"/>
                        <a:cs typeface="Proxima Nova"/>
                        <a:sym typeface="Proxima Nova"/>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38100">
                      <a:solidFill>
                        <a:srgbClr val="E2E8F0"/>
                      </a:solidFill>
                      <a:prstDash val="solid"/>
                      <a:round/>
                      <a:headEnd len="sm" w="sm" type="none"/>
                      <a:tailEnd len="sm" w="sm" type="none"/>
                    </a:lnB>
                    <a:solidFill>
                      <a:srgbClr val="204EC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FFFF"/>
                          </a:solidFill>
                          <a:highlight>
                            <a:srgbClr val="204ECF"/>
                          </a:highlight>
                          <a:latin typeface="Proxima Nova"/>
                          <a:ea typeface="Proxima Nova"/>
                          <a:cs typeface="Proxima Nova"/>
                          <a:sym typeface="Proxima Nova"/>
                        </a:rPr>
                        <a:t>Automated Operating Layer (Target)</a:t>
                      </a:r>
                      <a:endParaRPr b="1" i="0" sz="1200" u="none" cap="none" strike="noStrike">
                        <a:solidFill>
                          <a:srgbClr val="FFFFFF"/>
                        </a:solidFill>
                        <a:highlight>
                          <a:srgbClr val="204ECF"/>
                        </a:highlight>
                        <a:latin typeface="Proxima Nova"/>
                        <a:ea typeface="Proxima Nova"/>
                        <a:cs typeface="Proxima Nova"/>
                        <a:sym typeface="Proxima Nova"/>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38100">
                      <a:solidFill>
                        <a:srgbClr val="E2E8F0"/>
                      </a:solidFill>
                      <a:prstDash val="solid"/>
                      <a:round/>
                      <a:headEnd len="sm" w="sm" type="none"/>
                      <a:tailEnd len="sm" w="sm" type="none"/>
                    </a:lnB>
                    <a:solidFill>
                      <a:srgbClr val="204ECF"/>
                    </a:solidFill>
                  </a:tcPr>
                </a:tc>
              </a:tr>
              <a:tr h="762000">
                <a:tc>
                  <a:txBody>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F172A"/>
                          </a:solidFill>
                          <a:highlight>
                            <a:srgbClr val="F8FAFC"/>
                          </a:highlight>
                          <a:latin typeface="Calibri"/>
                          <a:ea typeface="Calibri"/>
                          <a:cs typeface="Calibri"/>
                          <a:sym typeface="Calibri"/>
                        </a:rPr>
                        <a:t>Telemetry Ingestion</a:t>
                      </a:r>
                      <a:endParaRPr b="1" i="0" sz="1100" u="none" cap="none" strike="noStrike">
                        <a:solidFill>
                          <a:srgbClr val="0F172A"/>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38100">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8FAFC"/>
                          </a:highlight>
                          <a:latin typeface="Calibri"/>
                          <a:ea typeface="Calibri"/>
                          <a:cs typeface="Calibri"/>
                          <a:sym typeface="Calibri"/>
                        </a:rPr>
                        <a:t>Manual chasing across workbooks and Slack threads</a:t>
                      </a:r>
                      <a:endParaRPr b="0" i="0" sz="1100" u="none" cap="none" strike="noStrike">
                        <a:solidFill>
                          <a:srgbClr val="475569"/>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38100">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8FAFC"/>
                          </a:highlight>
                          <a:latin typeface="Calibri"/>
                          <a:ea typeface="Calibri"/>
                          <a:cs typeface="Calibri"/>
                          <a:sym typeface="Calibri"/>
                        </a:rPr>
                        <a:t>Continuous, normalized ingestion directly against baselines</a:t>
                      </a:r>
                      <a:endParaRPr b="0" i="0" sz="1100" u="none" cap="none" strike="noStrike">
                        <a:solidFill>
                          <a:srgbClr val="475569"/>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38100">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r>
              <a:tr h="100000">
                <a:tc>
                  <a:txBody>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F172A"/>
                          </a:solidFill>
                          <a:highlight>
                            <a:srgbClr val="FFFFFF"/>
                          </a:highlight>
                          <a:latin typeface="Calibri"/>
                          <a:ea typeface="Calibri"/>
                          <a:cs typeface="Calibri"/>
                          <a:sym typeface="Calibri"/>
                        </a:rPr>
                        <a:t>Threshold Profiles</a:t>
                      </a:r>
                      <a:endParaRPr b="1" i="0" sz="1100" u="none" cap="none" strike="noStrike">
                        <a:solidFill>
                          <a:srgbClr val="0F172A"/>
                        </a:solidFill>
                        <a:highlight>
                          <a:srgbClr val="FFFFFF"/>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FFFFF"/>
                          </a:highlight>
                          <a:latin typeface="Calibri"/>
                          <a:ea typeface="Calibri"/>
                          <a:cs typeface="Calibri"/>
                          <a:sym typeface="Calibri"/>
                        </a:rPr>
                        <a:t>Discretionary interpretation dependent on reviewer</a:t>
                      </a:r>
                      <a:endParaRPr b="0" i="0" sz="1100" u="none" cap="none" strike="noStrike">
                        <a:solidFill>
                          <a:srgbClr val="475569"/>
                        </a:solidFill>
                        <a:highlight>
                          <a:srgbClr val="FFFFFF"/>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FFFFF"/>
                          </a:highlight>
                          <a:latin typeface="Calibri"/>
                          <a:ea typeface="Calibri"/>
                          <a:cs typeface="Calibri"/>
                          <a:sym typeface="Calibri"/>
                        </a:rPr>
                        <a:t>Contract-aware rule sets mapped by commercial type</a:t>
                      </a:r>
                      <a:endParaRPr b="0" i="0" sz="1100" u="none" cap="none" strike="noStrike">
                        <a:solidFill>
                          <a:srgbClr val="475569"/>
                        </a:solidFill>
                        <a:highlight>
                          <a:srgbClr val="FFFFFF"/>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FFFFF"/>
                    </a:solidFill>
                  </a:tcPr>
                </a:tc>
              </a:tr>
              <a:tr h="762000">
                <a:tc>
                  <a:txBody>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F172A"/>
                          </a:solidFill>
                          <a:highlight>
                            <a:srgbClr val="F8FAFC"/>
                          </a:highlight>
                          <a:latin typeface="Calibri"/>
                          <a:ea typeface="Calibri"/>
                          <a:cs typeface="Calibri"/>
                          <a:sym typeface="Calibri"/>
                        </a:rPr>
                        <a:t>Risk Detection</a:t>
                      </a:r>
                      <a:endParaRPr b="1" i="0" sz="1100" u="none" cap="none" strike="noStrike">
                        <a:solidFill>
                          <a:srgbClr val="0F172A"/>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8FAFC"/>
                          </a:highlight>
                          <a:latin typeface="Calibri"/>
                          <a:ea typeface="Calibri"/>
                          <a:cs typeface="Calibri"/>
                          <a:sym typeface="Calibri"/>
                        </a:rPr>
                        <a:t>Reactive in bi-weekly meetings after thresholds breach</a:t>
                      </a:r>
                      <a:endParaRPr b="0" i="0" sz="1100" u="none" cap="none" strike="noStrike">
                        <a:solidFill>
                          <a:srgbClr val="475569"/>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8FAFC"/>
                          </a:highlight>
                          <a:latin typeface="Calibri"/>
                          <a:ea typeface="Calibri"/>
                          <a:cs typeface="Calibri"/>
                          <a:sym typeface="Calibri"/>
                        </a:rPr>
                        <a:t>Immediate event generation when drift logic is tripped</a:t>
                      </a:r>
                      <a:endParaRPr b="0" i="0" sz="1100" u="none" cap="none" strike="noStrike">
                        <a:solidFill>
                          <a:srgbClr val="475569"/>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r>
              <a:tr h="762000">
                <a:tc>
                  <a:txBody>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F172A"/>
                          </a:solidFill>
                          <a:highlight>
                            <a:srgbClr val="FFFFFF"/>
                          </a:highlight>
                          <a:latin typeface="Calibri"/>
                          <a:ea typeface="Calibri"/>
                          <a:cs typeface="Calibri"/>
                          <a:sym typeface="Calibri"/>
                        </a:rPr>
                        <a:t>Corrective Action</a:t>
                      </a:r>
                      <a:endParaRPr b="1" i="0" sz="1100" u="none" cap="none" strike="noStrike">
                        <a:solidFill>
                          <a:srgbClr val="0F172A"/>
                        </a:solidFill>
                        <a:highlight>
                          <a:srgbClr val="FFFFFF"/>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FFFFF"/>
                          </a:highlight>
                          <a:latin typeface="Calibri"/>
                          <a:ea typeface="Calibri"/>
                          <a:cs typeface="Calibri"/>
                          <a:sym typeface="Calibri"/>
                        </a:rPr>
                        <a:t>Informal commitments tracked across email chains</a:t>
                      </a:r>
                      <a:endParaRPr b="0" i="0" sz="1100" u="none" cap="none" strike="noStrike">
                        <a:solidFill>
                          <a:srgbClr val="475569"/>
                        </a:solidFill>
                        <a:highlight>
                          <a:srgbClr val="FFFFFF"/>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FFFFF"/>
                          </a:highlight>
                          <a:latin typeface="Calibri"/>
                          <a:ea typeface="Calibri"/>
                          <a:cs typeface="Calibri"/>
                          <a:sym typeface="Calibri"/>
                        </a:rPr>
                        <a:t>Closed-loop state lifecycle with enforceable SLA tracking</a:t>
                      </a:r>
                      <a:endParaRPr b="0" i="0" sz="1100" u="none" cap="none" strike="noStrike">
                        <a:solidFill>
                          <a:srgbClr val="475569"/>
                        </a:solidFill>
                        <a:highlight>
                          <a:srgbClr val="FFFFFF"/>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FFFFF"/>
                    </a:solidFill>
                  </a:tcPr>
                </a:tc>
              </a:tr>
              <a:tr h="762000">
                <a:tc>
                  <a:txBody>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F172A"/>
                          </a:solidFill>
                          <a:highlight>
                            <a:srgbClr val="F8FAFC"/>
                          </a:highlight>
                          <a:latin typeface="Calibri"/>
                          <a:ea typeface="Calibri"/>
                          <a:cs typeface="Calibri"/>
                          <a:sym typeface="Calibri"/>
                        </a:rPr>
                        <a:t>PMO Role</a:t>
                      </a:r>
                      <a:endParaRPr b="1" i="0" sz="1100" u="none" cap="none" strike="noStrike">
                        <a:solidFill>
                          <a:srgbClr val="0F172A"/>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8FAFC"/>
                          </a:highlight>
                          <a:latin typeface="Calibri"/>
                          <a:ea typeface="Calibri"/>
                          <a:cs typeface="Calibri"/>
                          <a:sym typeface="Calibri"/>
                        </a:rPr>
                        <a:t>Administrative collation and spreadsheet formatting</a:t>
                      </a:r>
                      <a:endParaRPr b="0" i="0" sz="1100" u="none" cap="none" strike="noStrike">
                        <a:solidFill>
                          <a:srgbClr val="475569"/>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8FAFC"/>
                          </a:highlight>
                          <a:latin typeface="Calibri"/>
                          <a:ea typeface="Calibri"/>
                          <a:cs typeface="Calibri"/>
                          <a:sym typeface="Calibri"/>
                        </a:rPr>
                        <a:t>Strategic exception governance and high-touch turnaround</a:t>
                      </a:r>
                      <a:endParaRPr b="0" i="0" sz="1100" u="none" cap="none" strike="noStrike">
                        <a:solidFill>
                          <a:srgbClr val="475569"/>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99"/>
          <p:cNvSpPr txBox="1"/>
          <p:nvPr/>
        </p:nvSpPr>
        <p:spPr>
          <a:xfrm>
            <a:off x="10103964" y="6357000"/>
            <a:ext cx="1823700" cy="232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roxima Nova"/>
                <a:ea typeface="Proxima Nova"/>
                <a:cs typeface="Proxima Nova"/>
                <a:sym typeface="Proxima Nova"/>
              </a:rPr>
              <a:t> </a:t>
            </a:r>
            <a:r>
              <a:rPr b="0" i="0" lang="en-US" sz="800" u="none" cap="none" strike="noStrike">
                <a:solidFill>
                  <a:schemeClr val="dk1"/>
                </a:solidFill>
                <a:latin typeface="Proxima Nova"/>
                <a:ea typeface="Proxima Nova"/>
                <a:cs typeface="Proxima Nova"/>
                <a:sym typeface="Proxima Nova"/>
              </a:rPr>
              <a:t>Confidential </a:t>
            </a:r>
            <a:r>
              <a:rPr b="0" i="0" lang="en-US" sz="1100" u="none" cap="none" strike="noStrike">
                <a:solidFill>
                  <a:schemeClr val="dk1"/>
                </a:solidFill>
                <a:latin typeface="Proxima Nova"/>
                <a:ea typeface="Proxima Nova"/>
                <a:cs typeface="Proxima Nova"/>
                <a:sym typeface="Proxima Nova"/>
              </a:rPr>
              <a:t> | </a:t>
            </a:r>
            <a:fld id="{00000000-1234-1234-1234-123412341234}" type="slidenum">
              <a:rPr b="0" i="0" lang="en-US" sz="1100" u="none" cap="none" strike="noStrike">
                <a:solidFill>
                  <a:schemeClr val="dk1"/>
                </a:solidFill>
                <a:latin typeface="Proxima Nova"/>
                <a:ea typeface="Proxima Nova"/>
                <a:cs typeface="Proxima Nova"/>
                <a:sym typeface="Proxima Nova"/>
              </a:rPr>
              <a:t>‹#›</a:t>
            </a:fld>
            <a:endParaRPr b="0" i="0" sz="1100" u="none" cap="none" strike="noStrike">
              <a:solidFill>
                <a:schemeClr val="dk1"/>
              </a:solidFill>
              <a:latin typeface="Proxima Nova"/>
              <a:ea typeface="Proxima Nova"/>
              <a:cs typeface="Proxima Nova"/>
              <a:sym typeface="Proxima Nova"/>
            </a:endParaRPr>
          </a:p>
        </p:txBody>
      </p:sp>
      <p:pic>
        <p:nvPicPr>
          <p:cNvPr id="562" name="Google Shape;562;p99"/>
          <p:cNvPicPr preferRelativeResize="0"/>
          <p:nvPr/>
        </p:nvPicPr>
        <p:blipFill rotWithShape="1">
          <a:blip r:embed="rId3">
            <a:alphaModFix/>
          </a:blip>
          <a:srcRect b="0" l="229" r="229" t="0"/>
          <a:stretch/>
        </p:blipFill>
        <p:spPr>
          <a:xfrm>
            <a:off x="264160" y="6350765"/>
            <a:ext cx="165162" cy="232879"/>
          </a:xfrm>
          <a:prstGeom prst="rect">
            <a:avLst/>
          </a:prstGeom>
          <a:noFill/>
          <a:ln>
            <a:noFill/>
          </a:ln>
        </p:spPr>
      </p:pic>
      <p:grpSp>
        <p:nvGrpSpPr>
          <p:cNvPr id="563" name="Google Shape;563;p99"/>
          <p:cNvGrpSpPr/>
          <p:nvPr/>
        </p:nvGrpSpPr>
        <p:grpSpPr>
          <a:xfrm>
            <a:off x="762000" y="1666875"/>
            <a:ext cx="3333900" cy="4286400"/>
            <a:chOff x="0" y="0"/>
            <a:chExt cx="3333900" cy="4286400"/>
          </a:xfrm>
        </p:grpSpPr>
        <p:sp>
          <p:nvSpPr>
            <p:cNvPr id="564" name="Google Shape;564;p99"/>
            <p:cNvSpPr/>
            <p:nvPr/>
          </p:nvSpPr>
          <p:spPr>
            <a:xfrm>
              <a:off x="0" y="0"/>
              <a:ext cx="3333900" cy="4286400"/>
            </a:xfrm>
            <a:prstGeom prst="roundRect">
              <a:avLst>
                <a:gd fmla="val 457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99"/>
            <p:cNvSpPr txBox="1"/>
            <p:nvPr/>
          </p:nvSpPr>
          <p:spPr>
            <a:xfrm>
              <a:off x="228600" y="228600"/>
              <a:ext cx="2876700" cy="382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chemeClr val="accent1"/>
                  </a:solidFill>
                  <a:latin typeface="Material Icons"/>
                  <a:ea typeface="Material Icons"/>
                  <a:cs typeface="Material Icons"/>
                  <a:sym typeface="Material Icons"/>
                </a:rPr>
                <a:t>touch_app</a:t>
              </a:r>
              <a:endParaRPr b="0" i="0" sz="2400" u="none" cap="none" strike="noStrike">
                <a:solidFill>
                  <a:srgbClr val="204ECF"/>
                </a:solidFill>
                <a:latin typeface="Mate"/>
                <a:ea typeface="Mate"/>
                <a:cs typeface="Mate"/>
                <a:sym typeface="Mate"/>
              </a:endParaRPr>
            </a:p>
            <a:p>
              <a:pPr indent="0" lvl="0" marL="0" marR="0" rtl="0" algn="l">
                <a:lnSpc>
                  <a:spcPct val="100000"/>
                </a:lnSpc>
                <a:spcBef>
                  <a:spcPts val="9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Phase 1: Months 1–2</a:t>
              </a:r>
              <a:endParaRPr b="1" i="0" sz="1600" u="none" cap="none" strike="noStrike">
                <a:solidFill>
                  <a:srgbClr val="0F172A"/>
                </a:solidFill>
                <a:latin typeface="Proxima Nova"/>
                <a:ea typeface="Proxima Nova"/>
                <a:cs typeface="Proxima Nova"/>
                <a:sym typeface="Proxima Nova"/>
              </a:endParaRPr>
            </a:p>
            <a:p>
              <a:pPr indent="0" lvl="0" marL="0" marR="0" rtl="0" algn="l">
                <a:lnSpc>
                  <a:spcPct val="100000"/>
                </a:lnSpc>
                <a:spcBef>
                  <a:spcPts val="225"/>
                </a:spcBef>
                <a:spcAft>
                  <a:spcPts val="0"/>
                </a:spcAft>
                <a:buClr>
                  <a:srgbClr val="000000"/>
                </a:buClr>
                <a:buSzPts val="1100"/>
                <a:buFont typeface="Arial"/>
                <a:buNone/>
              </a:pPr>
              <a:r>
                <a:rPr b="0" i="0" lang="en-US" sz="1100" u="none" cap="none" strike="noStrike">
                  <a:solidFill>
                    <a:srgbClr val="204ECF"/>
                  </a:solidFill>
                  <a:latin typeface="Proxima Nova Semibold"/>
                  <a:ea typeface="Proxima Nova Semibold"/>
                  <a:cs typeface="Proxima Nova Semibold"/>
                  <a:sym typeface="Proxima Nova Semibold"/>
                </a:rPr>
                <a:t>Manual Immersion</a:t>
              </a:r>
              <a:endParaRPr b="0" i="0" sz="1100" u="none" cap="none" strike="noStrike">
                <a:solidFill>
                  <a:srgbClr val="204ECF"/>
                </a:solidFill>
                <a:latin typeface="Proxima Nova Semibold"/>
                <a:ea typeface="Proxima Nova Semibold"/>
                <a:cs typeface="Proxima Nova Semibold"/>
                <a:sym typeface="Proxima Nova Semibold"/>
              </a:endParaRPr>
            </a:p>
            <a:p>
              <a:pPr indent="-298450" lvl="0" marL="457200" marR="0" rtl="0" algn="l">
                <a:lnSpc>
                  <a:spcPct val="100000"/>
                </a:lnSpc>
                <a:spcBef>
                  <a:spcPts val="1200"/>
                </a:spcBef>
                <a:spcAft>
                  <a:spcPts val="0"/>
                </a:spcAft>
                <a:buClr>
                  <a:srgbClr val="475569"/>
                </a:buClr>
                <a:buSzPts val="1100"/>
                <a:buFont typeface="Proxima Nova"/>
                <a:buChar char="●"/>
              </a:pPr>
              <a:r>
                <a:rPr b="0" i="0" lang="en-US" sz="1100" u="none" cap="none" strike="noStrike">
                  <a:solidFill>
                    <a:srgbClr val="475569"/>
                  </a:solidFill>
                  <a:latin typeface="Proxima Nova"/>
                  <a:ea typeface="Proxima Nova"/>
                  <a:cs typeface="Proxima Nova"/>
                  <a:sym typeface="Proxima Nova"/>
                </a:rPr>
                <a:t>Run the current PMO reporting cadence manually.</a:t>
              </a:r>
              <a:endParaRPr b="0" i="0" sz="1100" u="none" cap="none" strike="noStrike">
                <a:solidFill>
                  <a:srgbClr val="475569"/>
                </a:solidFill>
                <a:latin typeface="Proxima Nova"/>
                <a:ea typeface="Proxima Nova"/>
                <a:cs typeface="Proxima Nova"/>
                <a:sym typeface="Proxima Nova"/>
              </a:endParaRPr>
            </a:p>
            <a:p>
              <a:pPr indent="-298450" lvl="0" marL="457200" marR="0" rtl="0" algn="l">
                <a:lnSpc>
                  <a:spcPct val="100000"/>
                </a:lnSpc>
                <a:spcBef>
                  <a:spcPts val="675"/>
                </a:spcBef>
                <a:spcAft>
                  <a:spcPts val="0"/>
                </a:spcAft>
                <a:buClr>
                  <a:srgbClr val="475569"/>
                </a:buClr>
                <a:buSzPts val="1100"/>
                <a:buFont typeface="Proxima Nova"/>
                <a:buChar char="●"/>
              </a:pPr>
              <a:r>
                <a:rPr b="0" i="0" lang="en-US" sz="1100" u="none" cap="none" strike="noStrike">
                  <a:solidFill>
                    <a:srgbClr val="475569"/>
                  </a:solidFill>
                  <a:latin typeface="Proxima Nova"/>
                  <a:ea typeface="Proxima Nova"/>
                  <a:cs typeface="Proxima Nova"/>
                  <a:sym typeface="Proxima Nova"/>
                </a:rPr>
                <a:t>Build deep trust and identify lead friction points.</a:t>
              </a:r>
              <a:endParaRPr b="0" i="0" sz="1100" u="none" cap="none" strike="noStrike">
                <a:solidFill>
                  <a:srgbClr val="475569"/>
                </a:solidFill>
                <a:latin typeface="Proxima Nova"/>
                <a:ea typeface="Proxima Nova"/>
                <a:cs typeface="Proxima Nova"/>
                <a:sym typeface="Proxima Nova"/>
              </a:endParaRPr>
            </a:p>
            <a:p>
              <a:pPr indent="-298450" lvl="0" marL="457200" marR="0" rtl="0" algn="l">
                <a:lnSpc>
                  <a:spcPct val="100000"/>
                </a:lnSpc>
                <a:spcBef>
                  <a:spcPts val="675"/>
                </a:spcBef>
                <a:spcAft>
                  <a:spcPts val="0"/>
                </a:spcAft>
                <a:buClr>
                  <a:srgbClr val="475569"/>
                </a:buClr>
                <a:buSzPts val="1100"/>
                <a:buFont typeface="Proxima Nova"/>
                <a:buChar char="●"/>
              </a:pPr>
              <a:r>
                <a:rPr b="0" i="0" lang="en-US" sz="1100" u="none" cap="none" strike="noStrike">
                  <a:solidFill>
                    <a:srgbClr val="475569"/>
                  </a:solidFill>
                  <a:latin typeface="Proxima Nova"/>
                  <a:ea typeface="Proxima Nova"/>
                  <a:cs typeface="Proxima Nova"/>
                  <a:sym typeface="Proxima Nova"/>
                </a:rPr>
                <a:t>Standardize baseline workbook formats across leads.</a:t>
              </a:r>
              <a:endParaRPr b="0" i="0" sz="1100" u="none" cap="none" strike="noStrike">
                <a:solidFill>
                  <a:srgbClr val="475569"/>
                </a:solidFill>
                <a:latin typeface="Proxima Nova"/>
                <a:ea typeface="Proxima Nova"/>
                <a:cs typeface="Proxima Nova"/>
                <a:sym typeface="Proxima Nova"/>
              </a:endParaRPr>
            </a:p>
          </p:txBody>
        </p:sp>
      </p:grpSp>
      <p:grpSp>
        <p:nvGrpSpPr>
          <p:cNvPr id="566" name="Google Shape;566;p99"/>
          <p:cNvGrpSpPr/>
          <p:nvPr/>
        </p:nvGrpSpPr>
        <p:grpSpPr>
          <a:xfrm>
            <a:off x="4429125" y="1666875"/>
            <a:ext cx="3333900" cy="4286400"/>
            <a:chOff x="0" y="0"/>
            <a:chExt cx="3333900" cy="4286400"/>
          </a:xfrm>
        </p:grpSpPr>
        <p:sp>
          <p:nvSpPr>
            <p:cNvPr id="567" name="Google Shape;567;p99"/>
            <p:cNvSpPr/>
            <p:nvPr/>
          </p:nvSpPr>
          <p:spPr>
            <a:xfrm>
              <a:off x="0" y="0"/>
              <a:ext cx="3333900" cy="4286400"/>
            </a:xfrm>
            <a:prstGeom prst="roundRect">
              <a:avLst>
                <a:gd fmla="val 457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99"/>
            <p:cNvSpPr txBox="1"/>
            <p:nvPr/>
          </p:nvSpPr>
          <p:spPr>
            <a:xfrm>
              <a:off x="228600" y="228600"/>
              <a:ext cx="2876700" cy="382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chemeClr val="accent1"/>
                  </a:solidFill>
                  <a:latin typeface="Material Icons"/>
                  <a:ea typeface="Material Icons"/>
                  <a:cs typeface="Material Icons"/>
                  <a:sym typeface="Material Icons"/>
                </a:rPr>
                <a:t>visibility</a:t>
              </a:r>
              <a:endParaRPr b="0" i="0" sz="2400" u="none" cap="none" strike="noStrike">
                <a:solidFill>
                  <a:srgbClr val="204ECF"/>
                </a:solidFill>
                <a:latin typeface="Mate"/>
                <a:ea typeface="Mate"/>
                <a:cs typeface="Mate"/>
                <a:sym typeface="Mate"/>
              </a:endParaRPr>
            </a:p>
            <a:p>
              <a:pPr indent="0" lvl="0" marL="0" marR="0" rtl="0" algn="l">
                <a:lnSpc>
                  <a:spcPct val="100000"/>
                </a:lnSpc>
                <a:spcBef>
                  <a:spcPts val="9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Phase 2: Month 3</a:t>
              </a:r>
              <a:endParaRPr b="0" i="0" sz="1600" u="none" cap="none" strike="noStrike">
                <a:solidFill>
                  <a:srgbClr val="204ECF"/>
                </a:solidFill>
                <a:latin typeface="Mate"/>
                <a:ea typeface="Mate"/>
                <a:cs typeface="Mate"/>
                <a:sym typeface="Mate"/>
              </a:endParaRPr>
            </a:p>
            <a:p>
              <a:pPr indent="0" lvl="0" marL="0" marR="0" rtl="0" algn="l">
                <a:lnSpc>
                  <a:spcPct val="100000"/>
                </a:lnSpc>
                <a:spcBef>
                  <a:spcPts val="225"/>
                </a:spcBef>
                <a:spcAft>
                  <a:spcPts val="0"/>
                </a:spcAft>
                <a:buClr>
                  <a:srgbClr val="000000"/>
                </a:buClr>
                <a:buSzPts val="1100"/>
                <a:buFont typeface="Arial"/>
                <a:buNone/>
              </a:pPr>
              <a:r>
                <a:rPr b="0" i="0" lang="en-US" sz="1100" u="none" cap="none" strike="noStrike">
                  <a:solidFill>
                    <a:srgbClr val="204ECF"/>
                  </a:solidFill>
                  <a:latin typeface="Proxima Nova Semibold"/>
                  <a:ea typeface="Proxima Nova Semibold"/>
                  <a:cs typeface="Proxima Nova Semibold"/>
                  <a:sym typeface="Proxima Nova Semibold"/>
                </a:rPr>
                <a:t>Shadow Mode</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1200"/>
                </a:spcBef>
                <a:spcAft>
                  <a:spcPts val="0"/>
                </a:spcAft>
                <a:buClr>
                  <a:srgbClr val="475569"/>
                </a:buClr>
                <a:buSzPts val="1100"/>
                <a:buFont typeface="Proxima Nova"/>
                <a:buChar char="●"/>
              </a:pPr>
              <a:r>
                <a:rPr b="0" i="0" lang="en-US" sz="1100" u="none" cap="none" strike="noStrike">
                  <a:solidFill>
                    <a:srgbClr val="475569"/>
                  </a:solidFill>
                  <a:latin typeface="Proxima Nova"/>
                  <a:ea typeface="Proxima Nova"/>
                  <a:cs typeface="Proxima Nova"/>
                  <a:sym typeface="Proxima Nova"/>
                </a:rPr>
                <a:t>Ingest workbooks into the deterministic engine in parallel.</a:t>
              </a:r>
              <a:endParaRPr b="0" i="0" sz="2400" u="none" cap="none" strike="noStrike">
                <a:solidFill>
                  <a:srgbClr val="204ECF"/>
                </a:solidFill>
                <a:latin typeface="Mate"/>
                <a:ea typeface="Mate"/>
                <a:cs typeface="Mate"/>
                <a:sym typeface="Mate"/>
              </a:endParaRPr>
            </a:p>
            <a:p>
              <a:pPr indent="-298450" lvl="0" marL="457200" marR="0" rtl="0" algn="l">
                <a:lnSpc>
                  <a:spcPct val="100000"/>
                </a:lnSpc>
                <a:spcBef>
                  <a:spcPts val="0"/>
                </a:spcBef>
                <a:spcAft>
                  <a:spcPts val="0"/>
                </a:spcAft>
                <a:buClr>
                  <a:srgbClr val="475569"/>
                </a:buClr>
                <a:buSzPts val="1100"/>
                <a:buFont typeface="Proxima Nova"/>
                <a:buChar char="●"/>
              </a:pPr>
              <a:r>
                <a:rPr b="0" i="0" lang="en-US" sz="1100" u="none" cap="none" strike="noStrike">
                  <a:solidFill>
                    <a:srgbClr val="475569"/>
                  </a:solidFill>
                  <a:latin typeface="Proxima Nova"/>
                  <a:ea typeface="Proxima Nova"/>
                  <a:cs typeface="Proxima Nova"/>
                  <a:sym typeface="Proxima Nova"/>
                </a:rPr>
                <a:t>Benchmark algorithmic scoring against human judgment.</a:t>
              </a:r>
              <a:endParaRPr b="0" i="0" sz="2400" u="none" cap="none" strike="noStrike">
                <a:solidFill>
                  <a:srgbClr val="204ECF"/>
                </a:solidFill>
                <a:latin typeface="Mate"/>
                <a:ea typeface="Mate"/>
                <a:cs typeface="Mate"/>
                <a:sym typeface="Mate"/>
              </a:endParaRPr>
            </a:p>
            <a:p>
              <a:pPr indent="-298450" lvl="0" marL="457200" marR="0" rtl="0" algn="l">
                <a:lnSpc>
                  <a:spcPct val="100000"/>
                </a:lnSpc>
                <a:spcBef>
                  <a:spcPts val="0"/>
                </a:spcBef>
                <a:spcAft>
                  <a:spcPts val="0"/>
                </a:spcAft>
                <a:buClr>
                  <a:srgbClr val="475569"/>
                </a:buClr>
                <a:buSzPts val="1100"/>
                <a:buFont typeface="Proxima Nova"/>
                <a:buChar char="●"/>
              </a:pPr>
              <a:r>
                <a:rPr b="0" i="0" lang="en-US" sz="1100" u="none" cap="none" strike="noStrike">
                  <a:solidFill>
                    <a:srgbClr val="475569"/>
                  </a:solidFill>
                  <a:latin typeface="Proxima Nova"/>
                  <a:ea typeface="Proxima Nova"/>
                  <a:cs typeface="Proxima Nova"/>
                  <a:sym typeface="Proxima Nova"/>
                </a:rPr>
                <a:t>Calibrate threshold profiles with Practice Leads.</a:t>
              </a:r>
              <a:endParaRPr b="0" i="0" sz="2400" u="none" cap="none" strike="noStrike">
                <a:solidFill>
                  <a:srgbClr val="204ECF"/>
                </a:solidFill>
                <a:latin typeface="Mate"/>
                <a:ea typeface="Mate"/>
                <a:cs typeface="Mate"/>
                <a:sym typeface="Mate"/>
              </a:endParaRPr>
            </a:p>
          </p:txBody>
        </p:sp>
      </p:grpSp>
      <p:grpSp>
        <p:nvGrpSpPr>
          <p:cNvPr id="569" name="Google Shape;569;p99"/>
          <p:cNvGrpSpPr/>
          <p:nvPr/>
        </p:nvGrpSpPr>
        <p:grpSpPr>
          <a:xfrm>
            <a:off x="8096250" y="1666875"/>
            <a:ext cx="3333900" cy="4286400"/>
            <a:chOff x="0" y="0"/>
            <a:chExt cx="3333900" cy="4286400"/>
          </a:xfrm>
        </p:grpSpPr>
        <p:sp>
          <p:nvSpPr>
            <p:cNvPr id="570" name="Google Shape;570;p99"/>
            <p:cNvSpPr/>
            <p:nvPr/>
          </p:nvSpPr>
          <p:spPr>
            <a:xfrm>
              <a:off x="0" y="0"/>
              <a:ext cx="3333900" cy="4286400"/>
            </a:xfrm>
            <a:prstGeom prst="roundRect">
              <a:avLst>
                <a:gd fmla="val 457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99"/>
            <p:cNvSpPr txBox="1"/>
            <p:nvPr/>
          </p:nvSpPr>
          <p:spPr>
            <a:xfrm>
              <a:off x="228600" y="228600"/>
              <a:ext cx="2876700" cy="382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2400">
                  <a:solidFill>
                    <a:schemeClr val="accent1"/>
                  </a:solidFill>
                  <a:latin typeface="Material Icons"/>
                  <a:ea typeface="Material Icons"/>
                  <a:cs typeface="Material Icons"/>
                  <a:sym typeface="Material Icons"/>
                </a:rPr>
                <a:t>launch</a:t>
              </a:r>
              <a:endParaRPr b="0" i="0" sz="2400" u="none" cap="none" strike="noStrike">
                <a:solidFill>
                  <a:srgbClr val="204ECF"/>
                </a:solidFill>
                <a:latin typeface="Mate"/>
                <a:ea typeface="Mate"/>
                <a:cs typeface="Mate"/>
                <a:sym typeface="Mate"/>
              </a:endParaRPr>
            </a:p>
            <a:p>
              <a:pPr indent="0" lvl="0" marL="0" marR="0" rtl="0" algn="l">
                <a:lnSpc>
                  <a:spcPct val="100000"/>
                </a:lnSpc>
                <a:spcBef>
                  <a:spcPts val="900"/>
                </a:spcBef>
                <a:spcAft>
                  <a:spcPts val="0"/>
                </a:spcAft>
                <a:buClr>
                  <a:srgbClr val="000000"/>
                </a:buClr>
                <a:buSzPts val="1600"/>
                <a:buFont typeface="Arial"/>
                <a:buNone/>
              </a:pPr>
              <a:r>
                <a:rPr b="1" i="0" lang="en-US" sz="1600" u="none" cap="none" strike="noStrike">
                  <a:solidFill>
                    <a:srgbClr val="0F172A"/>
                  </a:solidFill>
                  <a:latin typeface="Proxima Nova"/>
                  <a:ea typeface="Proxima Nova"/>
                  <a:cs typeface="Proxima Nova"/>
                  <a:sym typeface="Proxima Nova"/>
                </a:rPr>
                <a:t>Phase 3: Launch</a:t>
              </a:r>
              <a:endParaRPr b="0" i="0" sz="1600" u="none" cap="none" strike="noStrike">
                <a:solidFill>
                  <a:srgbClr val="204ECF"/>
                </a:solidFill>
                <a:latin typeface="Mate"/>
                <a:ea typeface="Mate"/>
                <a:cs typeface="Mate"/>
                <a:sym typeface="Mate"/>
              </a:endParaRPr>
            </a:p>
            <a:p>
              <a:pPr indent="0" lvl="0" marL="0" marR="0" rtl="0" algn="l">
                <a:lnSpc>
                  <a:spcPct val="100000"/>
                </a:lnSpc>
                <a:spcBef>
                  <a:spcPts val="225"/>
                </a:spcBef>
                <a:spcAft>
                  <a:spcPts val="0"/>
                </a:spcAft>
                <a:buClr>
                  <a:srgbClr val="000000"/>
                </a:buClr>
                <a:buSzPts val="1100"/>
                <a:buFont typeface="Arial"/>
                <a:buNone/>
              </a:pPr>
              <a:r>
                <a:rPr b="0" i="0" lang="en-US" sz="1100" u="none" cap="none" strike="noStrike">
                  <a:solidFill>
                    <a:srgbClr val="204ECF"/>
                  </a:solidFill>
                  <a:latin typeface="Proxima Nova Semibold"/>
                  <a:ea typeface="Proxima Nova Semibold"/>
                  <a:cs typeface="Proxima Nova Semibold"/>
                  <a:sym typeface="Proxima Nova Semibold"/>
                </a:rPr>
                <a:t>Closed-Loop Pilot</a:t>
              </a:r>
              <a:endParaRPr b="0" i="0" sz="1100" u="none" cap="none" strike="noStrike">
                <a:solidFill>
                  <a:srgbClr val="204ECF"/>
                </a:solidFill>
                <a:latin typeface="Mate"/>
                <a:ea typeface="Mate"/>
                <a:cs typeface="Mate"/>
                <a:sym typeface="Mate"/>
              </a:endParaRPr>
            </a:p>
            <a:p>
              <a:pPr indent="-298450" lvl="0" marL="457200" marR="0" rtl="0" algn="l">
                <a:lnSpc>
                  <a:spcPct val="100000"/>
                </a:lnSpc>
                <a:spcBef>
                  <a:spcPts val="1200"/>
                </a:spcBef>
                <a:spcAft>
                  <a:spcPts val="0"/>
                </a:spcAft>
                <a:buClr>
                  <a:srgbClr val="475569"/>
                </a:buClr>
                <a:buSzPts val="1100"/>
                <a:buFont typeface="Proxima Nova"/>
                <a:buChar char="●"/>
              </a:pPr>
              <a:r>
                <a:rPr b="0" i="0" lang="en-US" sz="1100" u="none" cap="none" strike="noStrike">
                  <a:solidFill>
                    <a:srgbClr val="475569"/>
                  </a:solidFill>
                  <a:latin typeface="Proxima Nova"/>
                  <a:ea typeface="Proxima Nova"/>
                  <a:cs typeface="Proxima Nova"/>
                  <a:sym typeface="Proxima Nova"/>
                </a:rPr>
                <a:t>Pilot across 2–3 commercial contract archetypes.</a:t>
              </a:r>
              <a:endParaRPr b="0" i="0" sz="2400" u="none" cap="none" strike="noStrike">
                <a:solidFill>
                  <a:srgbClr val="204ECF"/>
                </a:solidFill>
                <a:latin typeface="Mate"/>
                <a:ea typeface="Mate"/>
                <a:cs typeface="Mate"/>
                <a:sym typeface="Mate"/>
              </a:endParaRPr>
            </a:p>
            <a:p>
              <a:pPr indent="-298450" lvl="0" marL="457200" marR="0" rtl="0" algn="l">
                <a:lnSpc>
                  <a:spcPct val="100000"/>
                </a:lnSpc>
                <a:spcBef>
                  <a:spcPts val="0"/>
                </a:spcBef>
                <a:spcAft>
                  <a:spcPts val="0"/>
                </a:spcAft>
                <a:buClr>
                  <a:srgbClr val="475569"/>
                </a:buClr>
                <a:buSzPts val="1100"/>
                <a:buFont typeface="Proxima Nova"/>
                <a:buChar char="●"/>
              </a:pPr>
              <a:r>
                <a:rPr b="0" i="0" lang="en-US" sz="1100" u="none" cap="none" strike="noStrike">
                  <a:solidFill>
                    <a:srgbClr val="475569"/>
                  </a:solidFill>
                  <a:latin typeface="Proxima Nova"/>
                  <a:ea typeface="Proxima Nova"/>
                  <a:cs typeface="Proxima Nova"/>
                  <a:sym typeface="Proxima Nova"/>
                </a:rPr>
                <a:t>Activate automated playbook SLA tracking.</a:t>
              </a:r>
              <a:endParaRPr b="0" i="0" sz="2400" u="none" cap="none" strike="noStrike">
                <a:solidFill>
                  <a:srgbClr val="204ECF"/>
                </a:solidFill>
                <a:latin typeface="Mate"/>
                <a:ea typeface="Mate"/>
                <a:cs typeface="Mate"/>
                <a:sym typeface="Mate"/>
              </a:endParaRPr>
            </a:p>
            <a:p>
              <a:pPr indent="-298450" lvl="0" marL="457200" marR="0" rtl="0" algn="l">
                <a:lnSpc>
                  <a:spcPct val="100000"/>
                </a:lnSpc>
                <a:spcBef>
                  <a:spcPts val="0"/>
                </a:spcBef>
                <a:spcAft>
                  <a:spcPts val="0"/>
                </a:spcAft>
                <a:buClr>
                  <a:srgbClr val="475569"/>
                </a:buClr>
                <a:buSzPts val="1100"/>
                <a:buFont typeface="Proxima Nova"/>
                <a:buChar char="●"/>
              </a:pPr>
              <a:r>
                <a:rPr b="0" i="0" lang="en-US" sz="1100" u="none" cap="none" strike="noStrike">
                  <a:solidFill>
                    <a:srgbClr val="475569"/>
                  </a:solidFill>
                  <a:latin typeface="Proxima Nova"/>
                  <a:ea typeface="Proxima Nova"/>
                  <a:cs typeface="Proxima Nova"/>
                  <a:sym typeface="Proxima Nova"/>
                </a:rPr>
                <a:t>Shift PMO bandwidth fully to high-touch strategy.</a:t>
              </a:r>
              <a:endParaRPr b="0" i="0" sz="2400" u="none" cap="none" strike="noStrike">
                <a:solidFill>
                  <a:srgbClr val="204ECF"/>
                </a:solidFill>
                <a:latin typeface="Mate"/>
                <a:ea typeface="Mate"/>
                <a:cs typeface="Mate"/>
                <a:sym typeface="Mate"/>
              </a:endParaRPr>
            </a:p>
          </p:txBody>
        </p:sp>
      </p:grpSp>
      <p:sp>
        <p:nvSpPr>
          <p:cNvPr id="572" name="Google Shape;572;p99"/>
          <p:cNvSpPr txBox="1"/>
          <p:nvPr>
            <p:ph type="title"/>
          </p:nvPr>
        </p:nvSpPr>
        <p:spPr>
          <a:xfrm>
            <a:off x="762000" y="381000"/>
            <a:ext cx="10668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700"/>
              <a:buNone/>
            </a:pPr>
            <a:r>
              <a:rPr b="1" lang="en-US" sz="2800">
                <a:solidFill>
                  <a:srgbClr val="0F172A"/>
                </a:solidFill>
                <a:latin typeface="Proxima Nova"/>
                <a:ea typeface="Proxima Nova"/>
                <a:cs typeface="Proxima Nova"/>
                <a:sym typeface="Proxima Nova"/>
              </a:rPr>
              <a:t>Pragmatic 90-Day Implementation &amp; Pilot Roadmap</a:t>
            </a:r>
            <a:endParaRPr b="1" sz="2800">
              <a:solidFill>
                <a:srgbClr val="0F172A"/>
              </a:solidFill>
              <a:latin typeface="Proxima Nova"/>
              <a:ea typeface="Proxima Nova"/>
              <a:cs typeface="Proxima Nova"/>
              <a:sym typeface="Proxima Nova"/>
            </a:endParaRPr>
          </a:p>
        </p:txBody>
      </p:sp>
      <p:sp>
        <p:nvSpPr>
          <p:cNvPr id="573" name="Google Shape;573;p99"/>
          <p:cNvSpPr txBox="1"/>
          <p:nvPr>
            <p:ph idx="1" type="subTitle"/>
          </p:nvPr>
        </p:nvSpPr>
        <p:spPr>
          <a:xfrm>
            <a:off x="762000" y="904875"/>
            <a:ext cx="10668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600"/>
              <a:buNone/>
            </a:pPr>
            <a:r>
              <a:rPr b="1" lang="en-US" sz="1100">
                <a:solidFill>
                  <a:srgbClr val="64748B"/>
                </a:solidFill>
                <a:latin typeface="Proxima Nova"/>
                <a:ea typeface="Proxima Nova"/>
                <a:cs typeface="Proxima Nova"/>
                <a:sym typeface="Proxima Nova"/>
              </a:rPr>
              <a:t>DELIVERY GOVERNANCE OPERATING LAYER</a:t>
            </a:r>
            <a:endParaRPr b="1" sz="1100">
              <a:solidFill>
                <a:srgbClr val="64748B"/>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101"/>
          <p:cNvSpPr txBox="1"/>
          <p:nvPr>
            <p:ph type="title"/>
          </p:nvPr>
        </p:nvSpPr>
        <p:spPr>
          <a:xfrm>
            <a:off x="264160" y="201733"/>
            <a:ext cx="11663400" cy="64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700"/>
              <a:buNone/>
            </a:pPr>
            <a:r>
              <a:rPr b="1" lang="en-US" sz="2800">
                <a:solidFill>
                  <a:srgbClr val="0F172A"/>
                </a:solidFill>
                <a:latin typeface="Proxima Nova"/>
                <a:ea typeface="Proxima Nova"/>
                <a:cs typeface="Proxima Nova"/>
                <a:sym typeface="Proxima Nova"/>
              </a:rPr>
              <a:t>From spreadsheet to steering committee - Example</a:t>
            </a:r>
            <a:endParaRPr b="1" sz="2800">
              <a:solidFill>
                <a:srgbClr val="0F172A"/>
              </a:solidFill>
              <a:latin typeface="Proxima Nova"/>
              <a:ea typeface="Proxima Nova"/>
              <a:cs typeface="Proxima Nova"/>
              <a:sym typeface="Proxima Nova"/>
            </a:endParaRPr>
          </a:p>
        </p:txBody>
      </p:sp>
      <p:sp>
        <p:nvSpPr>
          <p:cNvPr id="583" name="Google Shape;583;p101"/>
          <p:cNvSpPr txBox="1"/>
          <p:nvPr>
            <p:ph idx="1" type="subTitle"/>
          </p:nvPr>
        </p:nvSpPr>
        <p:spPr>
          <a:xfrm>
            <a:off x="264160" y="766667"/>
            <a:ext cx="11663400" cy="486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600"/>
              <a:buNone/>
            </a:pPr>
            <a:r>
              <a:rPr b="1" lang="en-US" sz="1100">
                <a:solidFill>
                  <a:srgbClr val="64748B"/>
                </a:solidFill>
                <a:latin typeface="Proxima Nova"/>
                <a:ea typeface="Proxima Nova"/>
                <a:cs typeface="Proxima Nova"/>
                <a:sym typeface="Proxima Nova"/>
              </a:rPr>
              <a:t>DELIVERY GOVERNANCE OPERATING LAYER</a:t>
            </a:r>
            <a:endParaRPr b="1" sz="1100">
              <a:solidFill>
                <a:srgbClr val="64748B"/>
              </a:solidFill>
              <a:latin typeface="Proxima Nova"/>
              <a:ea typeface="Proxima Nova"/>
              <a:cs typeface="Proxima Nova"/>
              <a:sym typeface="Proxima Nova"/>
            </a:endParaRPr>
          </a:p>
        </p:txBody>
      </p:sp>
      <p:pic>
        <p:nvPicPr>
          <p:cNvPr id="584" name="Google Shape;584;p101"/>
          <p:cNvPicPr preferRelativeResize="0"/>
          <p:nvPr/>
        </p:nvPicPr>
        <p:blipFill rotWithShape="1">
          <a:blip r:embed="rId3">
            <a:alphaModFix/>
          </a:blip>
          <a:srcRect b="0" l="0" r="0" t="0"/>
          <a:stretch/>
        </p:blipFill>
        <p:spPr>
          <a:xfrm>
            <a:off x="1384263" y="1252667"/>
            <a:ext cx="9423171" cy="530053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102"/>
          <p:cNvSpPr txBox="1"/>
          <p:nvPr>
            <p:ph type="title"/>
          </p:nvPr>
        </p:nvSpPr>
        <p:spPr>
          <a:xfrm>
            <a:off x="264160" y="201733"/>
            <a:ext cx="11663400" cy="64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700"/>
              <a:buNone/>
            </a:pPr>
            <a:r>
              <a:rPr b="1" lang="en-US" sz="2800">
                <a:solidFill>
                  <a:srgbClr val="0F172A"/>
                </a:solidFill>
                <a:latin typeface="Proxima Nova"/>
                <a:ea typeface="Proxima Nova"/>
                <a:cs typeface="Proxima Nova"/>
                <a:sym typeface="Proxima Nova"/>
              </a:rPr>
              <a:t>From spreadsheet to steering committee - Example</a:t>
            </a:r>
            <a:endParaRPr b="1" sz="2800">
              <a:solidFill>
                <a:srgbClr val="0F172A"/>
              </a:solidFill>
              <a:latin typeface="Proxima Nova"/>
              <a:ea typeface="Proxima Nova"/>
              <a:cs typeface="Proxima Nova"/>
              <a:sym typeface="Proxima Nova"/>
            </a:endParaRPr>
          </a:p>
        </p:txBody>
      </p:sp>
      <p:sp>
        <p:nvSpPr>
          <p:cNvPr id="590" name="Google Shape;590;p102"/>
          <p:cNvSpPr txBox="1"/>
          <p:nvPr>
            <p:ph idx="1" type="subTitle"/>
          </p:nvPr>
        </p:nvSpPr>
        <p:spPr>
          <a:xfrm>
            <a:off x="264160" y="766667"/>
            <a:ext cx="11663400" cy="486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600"/>
              <a:buNone/>
            </a:pPr>
            <a:r>
              <a:rPr b="1" lang="en-US" sz="1100">
                <a:solidFill>
                  <a:srgbClr val="64748B"/>
                </a:solidFill>
                <a:latin typeface="Proxima Nova"/>
                <a:ea typeface="Proxima Nova"/>
                <a:cs typeface="Proxima Nova"/>
                <a:sym typeface="Proxima Nova"/>
              </a:rPr>
              <a:t>FIXED-PRICED DELIVERY EXAMPLE</a:t>
            </a:r>
            <a:endParaRPr b="1" sz="1100">
              <a:solidFill>
                <a:srgbClr val="64748B"/>
              </a:solidFill>
              <a:latin typeface="Proxima Nova"/>
              <a:ea typeface="Proxima Nova"/>
              <a:cs typeface="Proxima Nova"/>
              <a:sym typeface="Proxima Nova"/>
            </a:endParaRPr>
          </a:p>
        </p:txBody>
      </p:sp>
      <p:pic>
        <p:nvPicPr>
          <p:cNvPr id="591" name="Google Shape;591;p102"/>
          <p:cNvPicPr preferRelativeResize="0"/>
          <p:nvPr/>
        </p:nvPicPr>
        <p:blipFill rotWithShape="1">
          <a:blip r:embed="rId3">
            <a:alphaModFix/>
          </a:blip>
          <a:srcRect b="0" l="0" r="0" t="0"/>
          <a:stretch/>
        </p:blipFill>
        <p:spPr>
          <a:xfrm>
            <a:off x="1384250" y="1252667"/>
            <a:ext cx="9423171" cy="530053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103"/>
          <p:cNvSpPr txBox="1"/>
          <p:nvPr>
            <p:ph type="title"/>
          </p:nvPr>
        </p:nvSpPr>
        <p:spPr>
          <a:xfrm>
            <a:off x="762000" y="381000"/>
            <a:ext cx="10668000" cy="523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700"/>
              <a:buNone/>
            </a:pPr>
            <a:r>
              <a:rPr b="1" lang="en-US" sz="2800">
                <a:solidFill>
                  <a:srgbClr val="0F172A"/>
                </a:solidFill>
                <a:latin typeface="Proxima Nova"/>
                <a:ea typeface="Proxima Nova"/>
                <a:cs typeface="Proxima Nova"/>
                <a:sym typeface="Proxima Nova"/>
              </a:rPr>
              <a:t>Same Engine, Two Growth Levers</a:t>
            </a:r>
            <a:endParaRPr b="1" sz="2800">
              <a:solidFill>
                <a:srgbClr val="0F172A"/>
              </a:solidFill>
              <a:latin typeface="Proxima Nova"/>
              <a:ea typeface="Proxima Nova"/>
              <a:cs typeface="Proxima Nova"/>
              <a:sym typeface="Proxima Nova"/>
            </a:endParaRPr>
          </a:p>
        </p:txBody>
      </p:sp>
      <p:sp>
        <p:nvSpPr>
          <p:cNvPr id="598" name="Google Shape;598;p103"/>
          <p:cNvSpPr txBox="1"/>
          <p:nvPr>
            <p:ph idx="1" type="subTitle"/>
          </p:nvPr>
        </p:nvSpPr>
        <p:spPr>
          <a:xfrm>
            <a:off x="762000" y="904875"/>
            <a:ext cx="10668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600"/>
              <a:buNone/>
            </a:pPr>
            <a:r>
              <a:rPr b="1" lang="en-US" sz="1100">
                <a:solidFill>
                  <a:srgbClr val="64748B"/>
                </a:solidFill>
                <a:latin typeface="Proxima Nova"/>
                <a:ea typeface="Proxima Nova"/>
                <a:cs typeface="Proxima Nova"/>
                <a:sym typeface="Proxima Nova"/>
              </a:rPr>
              <a:t>DELIVERY GOVERNANCE OPERATING LAYER</a:t>
            </a:r>
            <a:endParaRPr b="1" sz="1100">
              <a:solidFill>
                <a:srgbClr val="64748B"/>
              </a:solidFill>
              <a:latin typeface="Proxima Nova"/>
              <a:ea typeface="Proxima Nova"/>
              <a:cs typeface="Proxima Nova"/>
              <a:sym typeface="Proxima Nova"/>
            </a:endParaRPr>
          </a:p>
        </p:txBody>
      </p:sp>
      <p:graphicFrame>
        <p:nvGraphicFramePr>
          <p:cNvPr id="599" name="Google Shape;599;p103"/>
          <p:cNvGraphicFramePr/>
          <p:nvPr/>
        </p:nvGraphicFramePr>
        <p:xfrm>
          <a:off x="822960" y="1645920"/>
          <a:ext cx="3000000" cy="3000000"/>
        </p:xfrm>
        <a:graphic>
          <a:graphicData uri="http://schemas.openxmlformats.org/drawingml/2006/table">
            <a:tbl>
              <a:tblPr bandRow="1" firstRow="1">
                <a:noFill/>
                <a:tableStyleId>{275EB929-E3D6-468E-9550-9FE25048E0C1}</a:tableStyleId>
              </a:tblPr>
              <a:tblGrid>
                <a:gridCol w="2468875"/>
                <a:gridCol w="4023375"/>
                <a:gridCol w="4053550"/>
              </a:tblGrid>
              <a:tr h="762000">
                <a:tc>
                  <a:txBody>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FFFF"/>
                          </a:solidFill>
                          <a:highlight>
                            <a:srgbClr val="204ECF"/>
                          </a:highlight>
                          <a:latin typeface="Proxima Nova"/>
                          <a:ea typeface="Proxima Nova"/>
                          <a:cs typeface="Proxima Nova"/>
                          <a:sym typeface="Proxima Nova"/>
                        </a:rPr>
                        <a:t>Platform Capability</a:t>
                      </a:r>
                      <a:endParaRPr b="1" i="0" sz="1200" u="none" cap="none" strike="noStrike">
                        <a:solidFill>
                          <a:srgbClr val="FFFFFF"/>
                        </a:solidFill>
                        <a:highlight>
                          <a:srgbClr val="204ECF"/>
                        </a:highlight>
                        <a:latin typeface="Proxima Nova"/>
                        <a:ea typeface="Proxima Nova"/>
                        <a:cs typeface="Proxima Nova"/>
                        <a:sym typeface="Proxima Nova"/>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38100">
                      <a:solidFill>
                        <a:srgbClr val="E2E8F0"/>
                      </a:solidFill>
                      <a:prstDash val="solid"/>
                      <a:round/>
                      <a:headEnd len="sm" w="sm" type="none"/>
                      <a:tailEnd len="sm" w="sm" type="none"/>
                    </a:lnB>
                    <a:solidFill>
                      <a:srgbClr val="204EC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FFFF"/>
                          </a:solidFill>
                          <a:highlight>
                            <a:srgbClr val="204ECF"/>
                          </a:highlight>
                          <a:latin typeface="Proxima Nova"/>
                          <a:ea typeface="Proxima Nova"/>
                          <a:cs typeface="Proxima Nova"/>
                          <a:sym typeface="Proxima Nova"/>
                        </a:rPr>
                        <a:t>Standardization Framing</a:t>
                      </a:r>
                      <a:endParaRPr b="1" i="0" sz="1200" u="none" cap="none" strike="noStrike">
                        <a:solidFill>
                          <a:srgbClr val="FFFFFF"/>
                        </a:solidFill>
                        <a:highlight>
                          <a:srgbClr val="204ECF"/>
                        </a:highlight>
                        <a:latin typeface="Proxima Nova"/>
                        <a:ea typeface="Proxima Nova"/>
                        <a:cs typeface="Proxima Nova"/>
                        <a:sym typeface="Proxima Nova"/>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38100">
                      <a:solidFill>
                        <a:srgbClr val="E2E8F0"/>
                      </a:solidFill>
                      <a:prstDash val="solid"/>
                      <a:round/>
                      <a:headEnd len="sm" w="sm" type="none"/>
                      <a:tailEnd len="sm" w="sm" type="none"/>
                    </a:lnB>
                    <a:solidFill>
                      <a:srgbClr val="204EC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FFFF"/>
                          </a:solidFill>
                          <a:highlight>
                            <a:srgbClr val="204ECF"/>
                          </a:highlight>
                          <a:latin typeface="Proxima Nova"/>
                          <a:ea typeface="Proxima Nova"/>
                          <a:cs typeface="Proxima Nova"/>
                          <a:sym typeface="Proxima Nova"/>
                        </a:rPr>
                        <a:t>Growth Framing</a:t>
                      </a:r>
                      <a:endParaRPr b="1" i="0" sz="1200" u="none" cap="none" strike="noStrike">
                        <a:solidFill>
                          <a:srgbClr val="FFFFFF"/>
                        </a:solidFill>
                        <a:highlight>
                          <a:srgbClr val="204ECF"/>
                        </a:highlight>
                        <a:latin typeface="Proxima Nova"/>
                        <a:ea typeface="Proxima Nova"/>
                        <a:cs typeface="Proxima Nova"/>
                        <a:sym typeface="Proxima Nova"/>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38100">
                      <a:solidFill>
                        <a:srgbClr val="E2E8F0"/>
                      </a:solidFill>
                      <a:prstDash val="solid"/>
                      <a:round/>
                      <a:headEnd len="sm" w="sm" type="none"/>
                      <a:tailEnd len="sm" w="sm" type="none"/>
                    </a:lnB>
                    <a:solidFill>
                      <a:srgbClr val="204ECF"/>
                    </a:solidFill>
                  </a:tcPr>
                </a:tc>
              </a:tr>
              <a:tr h="762000">
                <a:tc>
                  <a:txBody>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F172A"/>
                          </a:solidFill>
                          <a:highlight>
                            <a:srgbClr val="F8FAFC"/>
                          </a:highlight>
                          <a:latin typeface="Calibri"/>
                          <a:ea typeface="Calibri"/>
                          <a:cs typeface="Calibri"/>
                          <a:sym typeface="Calibri"/>
                        </a:rPr>
                        <a:t>Contract-Aware Threshold Profiles</a:t>
                      </a:r>
                      <a:endParaRPr b="1" i="0" sz="1100" u="none" cap="none" strike="noStrike">
                        <a:solidFill>
                          <a:srgbClr val="0F172A"/>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38100">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8FAFC"/>
                          </a:highlight>
                          <a:latin typeface="Calibri"/>
                          <a:ea typeface="Calibri"/>
                          <a:cs typeface="Calibri"/>
                          <a:sym typeface="Calibri"/>
                        </a:rPr>
                        <a:t>Consistent, reviewer-independent risk scoring</a:t>
                      </a:r>
                      <a:endParaRPr b="0" i="0" sz="1100" u="none" cap="none" strike="noStrike">
                        <a:solidFill>
                          <a:srgbClr val="475569"/>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38100">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8FAFC"/>
                          </a:highlight>
                          <a:latin typeface="Calibri"/>
                          <a:ea typeface="Calibri"/>
                          <a:cs typeface="Calibri"/>
                          <a:sym typeface="Calibri"/>
                        </a:rPr>
                        <a:t>Confidence to bid harder-to-govern, higher-margin contract types</a:t>
                      </a:r>
                      <a:endParaRPr b="0" i="0" sz="1100" u="none" cap="none" strike="noStrike">
                        <a:solidFill>
                          <a:srgbClr val="475569"/>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38100">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r>
              <a:tr h="100000">
                <a:tc>
                  <a:txBody>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F172A"/>
                          </a:solidFill>
                          <a:highlight>
                            <a:srgbClr val="FFFFFF"/>
                          </a:highlight>
                          <a:latin typeface="Calibri"/>
                          <a:ea typeface="Calibri"/>
                          <a:cs typeface="Calibri"/>
                          <a:sym typeface="Calibri"/>
                        </a:rPr>
                        <a:t>Single HIL Gate (Executive Tier)</a:t>
                      </a:r>
                      <a:endParaRPr b="1" i="0" sz="1100" u="none" cap="none" strike="noStrike">
                        <a:solidFill>
                          <a:srgbClr val="0F172A"/>
                        </a:solidFill>
                        <a:highlight>
                          <a:srgbClr val="FFFFFF"/>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FFFFF"/>
                          </a:highlight>
                          <a:latin typeface="Calibri"/>
                          <a:ea typeface="Calibri"/>
                          <a:cs typeface="Calibri"/>
                          <a:sym typeface="Calibri"/>
                        </a:rPr>
                        <a:t>Less approval friction, lower PMO admin load</a:t>
                      </a:r>
                      <a:endParaRPr b="0" i="0" sz="1100" u="none" cap="none" strike="noStrike">
                        <a:solidFill>
                          <a:srgbClr val="475569"/>
                        </a:solidFill>
                        <a:highlight>
                          <a:srgbClr val="FFFFFF"/>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FFFFF"/>
                          </a:highlight>
                          <a:latin typeface="Calibri"/>
                          <a:ea typeface="Calibri"/>
                          <a:cs typeface="Calibri"/>
                          <a:sym typeface="Calibri"/>
                        </a:rPr>
                        <a:t>PMO hours reclaimed for account growth work</a:t>
                      </a:r>
                      <a:endParaRPr b="0" i="0" sz="1100" u="none" cap="none" strike="noStrike">
                        <a:solidFill>
                          <a:srgbClr val="475569"/>
                        </a:solidFill>
                        <a:highlight>
                          <a:srgbClr val="FFFFFF"/>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FFFFF"/>
                    </a:solidFill>
                  </a:tcPr>
                </a:tc>
              </a:tr>
              <a:tr h="762000">
                <a:tc>
                  <a:txBody>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F172A"/>
                          </a:solidFill>
                          <a:highlight>
                            <a:srgbClr val="F8FAFC"/>
                          </a:highlight>
                          <a:latin typeface="Calibri"/>
                          <a:ea typeface="Calibri"/>
                          <a:cs typeface="Calibri"/>
                          <a:sym typeface="Calibri"/>
                        </a:rPr>
                        <a:t>Deterministic Health Scoring</a:t>
                      </a:r>
                      <a:endParaRPr b="1" i="0" sz="1100" u="none" cap="none" strike="noStrike">
                        <a:solidFill>
                          <a:srgbClr val="0F172A"/>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8FAFC"/>
                          </a:highlight>
                          <a:latin typeface="Calibri"/>
                          <a:ea typeface="Calibri"/>
                          <a:cs typeface="Calibri"/>
                          <a:sym typeface="Calibri"/>
                        </a:rPr>
                        <a:t>Every project judged by the same yardstick</a:t>
                      </a:r>
                      <a:endParaRPr b="0" i="0" sz="1100" u="none" cap="none" strike="noStrike">
                        <a:solidFill>
                          <a:srgbClr val="475569"/>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8FAFC"/>
                          </a:highlight>
                          <a:latin typeface="Calibri"/>
                          <a:ea typeface="Calibri"/>
                          <a:cs typeface="Calibri"/>
                          <a:sym typeface="Calibri"/>
                        </a:rPr>
                        <a:t>Portfolio scales without proportional PMO headcount growth</a:t>
                      </a:r>
                      <a:endParaRPr b="0" i="0" sz="1100" u="none" cap="none" strike="noStrike">
                        <a:solidFill>
                          <a:srgbClr val="475569"/>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r>
              <a:tr h="762000">
                <a:tc>
                  <a:txBody>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F172A"/>
                          </a:solidFill>
                          <a:highlight>
                            <a:srgbClr val="FFFFFF"/>
                          </a:highlight>
                          <a:latin typeface="Calibri"/>
                          <a:ea typeface="Calibri"/>
                          <a:cs typeface="Calibri"/>
                          <a:sym typeface="Calibri"/>
                        </a:rPr>
                        <a:t>Precedent Retrieval (Signal History)</a:t>
                      </a:r>
                      <a:endParaRPr b="1" i="0" sz="1100" u="none" cap="none" strike="noStrike">
                        <a:solidFill>
                          <a:srgbClr val="0F172A"/>
                        </a:solidFill>
                        <a:highlight>
                          <a:srgbClr val="FFFFFF"/>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FFFFF"/>
                          </a:highlight>
                          <a:latin typeface="Calibri"/>
                          <a:ea typeface="Calibri"/>
                          <a:cs typeface="Calibri"/>
                          <a:sym typeface="Calibri"/>
                        </a:rPr>
                        <a:t>Institutional consistency in issue resolution</a:t>
                      </a:r>
                      <a:endParaRPr b="0" i="0" sz="1100" u="none" cap="none" strike="noStrike">
                        <a:solidFill>
                          <a:srgbClr val="475569"/>
                        </a:solidFill>
                        <a:highlight>
                          <a:srgbClr val="FFFFFF"/>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FFFFF"/>
                          </a:highlight>
                          <a:latin typeface="Calibri"/>
                          <a:ea typeface="Calibri"/>
                          <a:cs typeface="Calibri"/>
                          <a:sym typeface="Calibri"/>
                        </a:rPr>
                        <a:t>Governance gets cheaper per project as the portfolio grows</a:t>
                      </a:r>
                      <a:endParaRPr b="0" i="0" sz="1100" u="none" cap="none" strike="noStrike">
                        <a:solidFill>
                          <a:srgbClr val="475569"/>
                        </a:solidFill>
                        <a:highlight>
                          <a:srgbClr val="FFFFFF"/>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FFFFF"/>
                    </a:solidFill>
                  </a:tcPr>
                </a:tc>
              </a:tr>
              <a:tr h="762000">
                <a:tc>
                  <a:txBody>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F172A"/>
                          </a:solidFill>
                          <a:highlight>
                            <a:srgbClr val="F8FAFC"/>
                          </a:highlight>
                          <a:latin typeface="Calibri"/>
                          <a:ea typeface="Calibri"/>
                          <a:cs typeface="Calibri"/>
                          <a:sym typeface="Calibri"/>
                        </a:rPr>
                        <a:t>YAML-Based Profile Config</a:t>
                      </a:r>
                      <a:endParaRPr b="1" i="0" sz="1100" u="none" cap="none" strike="noStrike">
                        <a:solidFill>
                          <a:srgbClr val="0F172A"/>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8FAFC"/>
                          </a:highlight>
                          <a:latin typeface="Calibri"/>
                          <a:ea typeface="Calibri"/>
                          <a:cs typeface="Calibri"/>
                          <a:sym typeface="Calibri"/>
                        </a:rPr>
                        <a:t>One framework applied uniformly</a:t>
                      </a:r>
                      <a:endParaRPr b="0" i="0" sz="1100" u="none" cap="none" strike="noStrike">
                        <a:solidFill>
                          <a:srgbClr val="475569"/>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75569"/>
                          </a:solidFill>
                          <a:highlight>
                            <a:srgbClr val="F8FAFC"/>
                          </a:highlight>
                          <a:latin typeface="Calibri"/>
                          <a:ea typeface="Calibri"/>
                          <a:cs typeface="Calibri"/>
                          <a:sym typeface="Calibri"/>
                        </a:rPr>
                        <a:t>New practices, contract types, or acquired teams plug in without a rebuild</a:t>
                      </a:r>
                      <a:endParaRPr b="0" i="0" sz="1100" u="none" cap="none" strike="noStrike">
                        <a:solidFill>
                          <a:srgbClr val="475569"/>
                        </a:solidFill>
                        <a:highlight>
                          <a:srgbClr val="F8FAFC"/>
                        </a:highlight>
                        <a:latin typeface="Calibri"/>
                        <a:ea typeface="Calibri"/>
                        <a:cs typeface="Calibri"/>
                        <a:sym typeface="Calibri"/>
                      </a:endParaRPr>
                    </a:p>
                  </a:txBody>
                  <a:tcPr marT="45700" marB="45700" marR="91450" marL="91450">
                    <a:lnL cap="flat" cmpd="sng" w="12675">
                      <a:solidFill>
                        <a:srgbClr val="E2E8F0"/>
                      </a:solidFill>
                      <a:prstDash val="solid"/>
                      <a:round/>
                      <a:headEnd len="sm" w="sm" type="none"/>
                      <a:tailEnd len="sm" w="sm" type="none"/>
                    </a:lnL>
                    <a:lnR cap="flat" cmpd="sng" w="12675">
                      <a:solidFill>
                        <a:srgbClr val="E2E8F0"/>
                      </a:solidFill>
                      <a:prstDash val="solid"/>
                      <a:round/>
                      <a:headEnd len="sm" w="sm" type="none"/>
                      <a:tailEnd len="sm" w="sm" type="none"/>
                    </a:lnR>
                    <a:lnT cap="flat" cmpd="sng" w="12675">
                      <a:solidFill>
                        <a:srgbClr val="E2E8F0"/>
                      </a:solidFill>
                      <a:prstDash val="solid"/>
                      <a:round/>
                      <a:headEnd len="sm" w="sm" type="none"/>
                      <a:tailEnd len="sm" w="sm" type="none"/>
                    </a:lnT>
                    <a:lnB cap="flat" cmpd="sng" w="12675">
                      <a:solidFill>
                        <a:srgbClr val="E2E8F0"/>
                      </a:solidFill>
                      <a:prstDash val="solid"/>
                      <a:round/>
                      <a:headEnd len="sm" w="sm" type="none"/>
                      <a:tailEnd len="sm" w="sm" type="none"/>
                    </a:lnB>
                    <a:solidFill>
                      <a:srgbClr val="F8FAFC"/>
                    </a:solidFill>
                  </a:tcPr>
                </a:tc>
              </a:tr>
            </a:tbl>
          </a:graphicData>
        </a:graphic>
      </p:graphicFrame>
      <p:sp>
        <p:nvSpPr>
          <p:cNvPr id="600" name="Google Shape;600;p103"/>
          <p:cNvSpPr txBox="1"/>
          <p:nvPr/>
        </p:nvSpPr>
        <p:spPr>
          <a:xfrm>
            <a:off x="822960" y="5650000"/>
            <a:ext cx="10545800" cy="50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u="none" cap="none" strike="noStrike">
                <a:solidFill>
                  <a:srgbClr val="6B7280"/>
                </a:solidFill>
                <a:latin typeface="Calibri"/>
                <a:ea typeface="Calibri"/>
                <a:cs typeface="Calibri"/>
                <a:sym typeface="Calibri"/>
              </a:rPr>
              <a:t>Growth framing depends on portfolio mix and PMO capacity today — validate with real utilization, review-hours, and margin-by-contract-type data before using this as a sizing argument.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in">
  <a:themeElements>
    <a:clrScheme name="Simple Light">
      <a:dk1>
        <a:srgbClr val="262D3D"/>
      </a:dk1>
      <a:lt1>
        <a:srgbClr val="FFFFFF"/>
      </a:lt1>
      <a:dk2>
        <a:srgbClr val="49526A"/>
      </a:dk2>
      <a:lt2>
        <a:srgbClr val="EBECED"/>
      </a:lt2>
      <a:accent1>
        <a:srgbClr val="204ECF"/>
      </a:accent1>
      <a:accent2>
        <a:srgbClr val="183A9E"/>
      </a:accent2>
      <a:accent3>
        <a:srgbClr val="0F256E"/>
      </a:accent3>
      <a:accent4>
        <a:srgbClr val="3DBE8B"/>
      </a:accent4>
      <a:accent5>
        <a:srgbClr val="09B6F9"/>
      </a:accent5>
      <a:accent6>
        <a:srgbClr val="B6D8FF"/>
      </a:accent6>
      <a:hlink>
        <a:srgbClr val="204EC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in">
  <a:themeElements>
    <a:clrScheme name="Simple Light">
      <a:dk1>
        <a:srgbClr val="262D3D"/>
      </a:dk1>
      <a:lt1>
        <a:srgbClr val="FFFFFF"/>
      </a:lt1>
      <a:dk2>
        <a:srgbClr val="49526A"/>
      </a:dk2>
      <a:lt2>
        <a:srgbClr val="EBECED"/>
      </a:lt2>
      <a:accent1>
        <a:srgbClr val="204ECF"/>
      </a:accent1>
      <a:accent2>
        <a:srgbClr val="183A9E"/>
      </a:accent2>
      <a:accent3>
        <a:srgbClr val="0F256E"/>
      </a:accent3>
      <a:accent4>
        <a:srgbClr val="3DBE8B"/>
      </a:accent4>
      <a:accent5>
        <a:srgbClr val="09B6F9"/>
      </a:accent5>
      <a:accent6>
        <a:srgbClr val="B6D8FF"/>
      </a:accent6>
      <a:hlink>
        <a:srgbClr val="204EC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